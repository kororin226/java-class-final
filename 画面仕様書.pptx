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82356BC-C53F-4B94-BAA7-A9E886D0B8E8}">
  <a:tblStyle styleId="{A82356BC-C53F-4B94-BAA7-A9E886D0B8E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11" Type="http://schemas.openxmlformats.org/officeDocument/2006/relationships/slide" Target="slides/slide5.xml"/><Relationship Id="rId10" Type="http://schemas.openxmlformats.org/officeDocument/2006/relationships/slide" Target="slides/slide4.xml"/><Relationship Id="rId12" Type="http://schemas.openxmlformats.org/officeDocument/2006/relationships/slide" Target="slides/slide6.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ec95150e8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ec95150e8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詳細情報画面です。社員左上は一覧から社員ID00001の画面にいる状態をあらわしております。戻る場合はパソコンの戻るボタンではなく一覧を押して前の画面に戻りましょう。</a:t>
            </a:r>
            <a:endParaRPr/>
          </a:p>
          <a:p>
            <a:pPr indent="0" lvl="0" marL="0" rtl="0" algn="l">
              <a:spcBef>
                <a:spcPts val="0"/>
              </a:spcBef>
              <a:spcAft>
                <a:spcPts val="0"/>
              </a:spcAft>
              <a:buNone/>
            </a:pPr>
            <a:r>
              <a:rPr lang="ja"/>
              <a:t>右上から社員情報の編集、書き出し、新しい社員の追加、画面内の追加ができます。</a:t>
            </a:r>
            <a:endParaRPr/>
          </a:p>
          <a:p>
            <a:pPr indent="0" lvl="0" marL="0" rtl="0" algn="l">
              <a:spcBef>
                <a:spcPts val="0"/>
              </a:spcBef>
              <a:spcAft>
                <a:spcPts val="0"/>
              </a:spcAft>
              <a:buNone/>
            </a:pPr>
            <a:r>
              <a:rPr lang="ja"/>
              <a:t>例えば、年齢の項目を追加したい場合設定を押し、情報画面内の項目を追加できる仕様にします。</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c95150e89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ec95150e89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523"/>
              <a:buFont typeface="Arial"/>
              <a:buNone/>
            </a:pPr>
            <a:r>
              <a:rPr b="1" lang="ja" sz="1000">
                <a:solidFill>
                  <a:srgbClr val="595959"/>
                </a:solidFill>
              </a:rPr>
              <a:t>編集した際、必須項目漏れは保存できないようにエラーを出します。</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ec95150e89_2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ec95150e89_2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書き出しボタンを押すと社員の情報が、パソコンにExcelのCSV形式で保存されるようになります。</a:t>
            </a:r>
            <a:endParaRPr/>
          </a:p>
          <a:p>
            <a:pPr indent="0" lvl="0" marL="0" rtl="0" algn="l">
              <a:spcBef>
                <a:spcPts val="0"/>
              </a:spcBef>
              <a:spcAft>
                <a:spcPts val="0"/>
              </a:spcAft>
              <a:buNone/>
            </a:pPr>
            <a:r>
              <a:rPr lang="ja"/>
              <a:t>保存場所は、特に指定はないです。</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ec95150e89_2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ec95150e89_2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設定画面では、情報画面内の設定ができます。項目や列行の削除追加。そのほか画面内に記しておきたいことがあれば書けるようにする。</a:t>
            </a:r>
            <a:endParaRPr/>
          </a:p>
          <a:p>
            <a:pPr indent="0" lvl="0" marL="0" rtl="0" algn="l">
              <a:spcBef>
                <a:spcPts val="0"/>
              </a:spcBef>
              <a:spcAft>
                <a:spcPts val="0"/>
              </a:spcAft>
              <a:buNone/>
            </a:pPr>
            <a:r>
              <a:rPr lang="ja"/>
              <a:t>例えば、数字はすべて半角で入れてほしい時、画面内の上に※数字はすべて半角でお願いします。とコメント残しておきます。また生年月日も/スラッシュはいらないこと明記してあげると親切になります。</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c95150e89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ec95150e89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田中 記載</a:t>
            </a:r>
            <a:endParaRPr/>
          </a:p>
          <a:p>
            <a:pPr indent="0" lvl="0" marL="0" rtl="0" algn="l">
              <a:spcBef>
                <a:spcPts val="0"/>
              </a:spcBef>
              <a:spcAft>
                <a:spcPts val="0"/>
              </a:spcAft>
              <a:buNone/>
            </a:pPr>
            <a:r>
              <a:t/>
            </a:r>
            <a:endParaRPr/>
          </a:p>
          <a:p>
            <a:pPr indent="0" lvl="0" marL="0" rtl="0" algn="l">
              <a:spcBef>
                <a:spcPts val="0"/>
              </a:spcBef>
              <a:spcAft>
                <a:spcPts val="0"/>
              </a:spcAft>
              <a:buNone/>
            </a:pPr>
            <a:r>
              <a:rPr lang="ja"/>
              <a:t>〇エンジニア歴・技術力・受講態度・コミュニケーション力・リーダーシップの検索機能について</a:t>
            </a:r>
            <a:endParaRPr/>
          </a:p>
          <a:p>
            <a:pPr indent="0" lvl="0" marL="0" rtl="0" algn="l">
              <a:spcBef>
                <a:spcPts val="0"/>
              </a:spcBef>
              <a:spcAft>
                <a:spcPts val="0"/>
              </a:spcAft>
              <a:buClr>
                <a:schemeClr val="dk1"/>
              </a:buClr>
              <a:buSzPts val="1100"/>
              <a:buFont typeface="Arial"/>
              <a:buNone/>
            </a:pPr>
            <a:r>
              <a:rPr lang="ja"/>
              <a:t>・選択した評価以下も作るべきか?</a:t>
            </a:r>
            <a:endParaRPr/>
          </a:p>
          <a:p>
            <a:pPr indent="0" lvl="0" marL="0" rtl="0" algn="l">
              <a:spcBef>
                <a:spcPts val="0"/>
              </a:spcBef>
              <a:spcAft>
                <a:spcPts val="0"/>
              </a:spcAft>
              <a:buClr>
                <a:schemeClr val="dk1"/>
              </a:buClr>
              <a:buSzPts val="1100"/>
              <a:buFont typeface="Arial"/>
              <a:buNone/>
            </a:pPr>
            <a:r>
              <a:rPr lang="ja"/>
              <a:t>・選択式ではなく入力式にして、</a:t>
            </a:r>
            <a:endParaRPr/>
          </a:p>
          <a:p>
            <a:pPr indent="0" lvl="0" marL="0" rtl="0" algn="l">
              <a:spcBef>
                <a:spcPts val="0"/>
              </a:spcBef>
              <a:spcAft>
                <a:spcPts val="0"/>
              </a:spcAft>
              <a:buNone/>
            </a:pPr>
            <a:r>
              <a:rPr lang="ja"/>
              <a:t>【 ≧ 】【 ≦ 】選択欄を作るか？ </a:t>
            </a:r>
            <a:endParaRPr/>
          </a:p>
          <a:p>
            <a:pPr indent="0" lvl="0" marL="0" rtl="0" algn="l">
              <a:spcBef>
                <a:spcPts val="0"/>
              </a:spcBef>
              <a:spcAft>
                <a:spcPts val="0"/>
              </a:spcAft>
              <a:buNone/>
            </a:pPr>
            <a:r>
              <a:t/>
            </a:r>
            <a:endParaRPr/>
          </a:p>
          <a:p>
            <a:pPr indent="0" lvl="0" marL="0" rtl="0" algn="l">
              <a:spcBef>
                <a:spcPts val="0"/>
              </a:spcBef>
              <a:spcAft>
                <a:spcPts val="0"/>
              </a:spcAft>
              <a:buNone/>
            </a:pPr>
            <a:r>
              <a:rPr lang="ja"/>
              <a:t>→解決策【以下のように選択式に変更】</a:t>
            </a:r>
            <a:endParaRPr/>
          </a:p>
          <a:p>
            <a:pPr indent="0" lvl="0" marL="0" rtl="0" algn="l">
              <a:spcBef>
                <a:spcPts val="0"/>
              </a:spcBef>
              <a:spcAft>
                <a:spcPts val="0"/>
              </a:spcAft>
              <a:buNone/>
            </a:pPr>
            <a:r>
              <a:rPr lang="ja"/>
              <a:t>・定数～定数</a:t>
            </a:r>
            <a:endParaRPr/>
          </a:p>
          <a:p>
            <a:pPr indent="0" lvl="0" marL="0" rtl="0" algn="l">
              <a:spcBef>
                <a:spcPts val="0"/>
              </a:spcBef>
              <a:spcAft>
                <a:spcPts val="0"/>
              </a:spcAft>
              <a:buNone/>
            </a:pPr>
            <a:r>
              <a:rPr lang="ja"/>
              <a:t>・定数以上or定数以下</a:t>
            </a:r>
            <a:endParaRPr/>
          </a:p>
          <a:p>
            <a:pPr indent="0" lvl="0" marL="0" rtl="0" algn="l">
              <a:spcBef>
                <a:spcPts val="0"/>
              </a:spcBef>
              <a:spcAft>
                <a:spcPts val="0"/>
              </a:spcAft>
              <a:buNone/>
            </a:pPr>
            <a:r>
              <a:rPr lang="ja"/>
              <a:t>・0●ーーーーーー●5.0(無段階選択方式)→黒丸を動かして数値の範囲を無段階(0.1ずつ)で絞る。※技術的に可能なのか…?→AI先生に聞いたらJAVAで可能らしい(田中)</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96925" y="49625"/>
            <a:ext cx="5563800" cy="700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ja" sz="3500"/>
              <a:t>社員情報管理アプリ</a:t>
            </a:r>
            <a:endParaRPr sz="3500"/>
          </a:p>
        </p:txBody>
      </p:sp>
      <p:sp>
        <p:nvSpPr>
          <p:cNvPr id="55" name="Google Shape;55;p13"/>
          <p:cNvSpPr txBox="1"/>
          <p:nvPr>
            <p:ph idx="1" type="subTitle"/>
          </p:nvPr>
        </p:nvSpPr>
        <p:spPr>
          <a:xfrm>
            <a:off x="311700" y="26037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56" name="Google Shape;56;p13"/>
          <p:cNvSpPr/>
          <p:nvPr/>
        </p:nvSpPr>
        <p:spPr>
          <a:xfrm>
            <a:off x="0" y="739000"/>
            <a:ext cx="9161400" cy="3977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 name="Google Shape;57;p13"/>
          <p:cNvSpPr txBox="1"/>
          <p:nvPr/>
        </p:nvSpPr>
        <p:spPr>
          <a:xfrm>
            <a:off x="-5471050" y="-2937200"/>
            <a:ext cx="3790500" cy="7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graphicFrame>
        <p:nvGraphicFramePr>
          <p:cNvPr id="58" name="Google Shape;58;p13"/>
          <p:cNvGraphicFramePr/>
          <p:nvPr/>
        </p:nvGraphicFramePr>
        <p:xfrm>
          <a:off x="8700" y="1842600"/>
          <a:ext cx="3000000" cy="3000000"/>
        </p:xfrm>
        <a:graphic>
          <a:graphicData uri="http://schemas.openxmlformats.org/drawingml/2006/table">
            <a:tbl>
              <a:tblPr>
                <a:noFill/>
                <a:tableStyleId>{A82356BC-C53F-4B94-BAA7-A9E886D0B8E8}</a:tableStyleId>
              </a:tblPr>
              <a:tblGrid>
                <a:gridCol w="933100"/>
                <a:gridCol w="627175"/>
                <a:gridCol w="1051550"/>
                <a:gridCol w="892075"/>
                <a:gridCol w="667975"/>
                <a:gridCol w="840125"/>
                <a:gridCol w="1658175"/>
                <a:gridCol w="1184450"/>
                <a:gridCol w="1289375"/>
              </a:tblGrid>
              <a:tr h="422150">
                <a:tc>
                  <a:txBody>
                    <a:bodyPr/>
                    <a:lstStyle/>
                    <a:p>
                      <a:pPr indent="0" lvl="0" marL="0" rtl="0" algn="l">
                        <a:spcBef>
                          <a:spcPts val="0"/>
                        </a:spcBef>
                        <a:spcAft>
                          <a:spcPts val="0"/>
                        </a:spcAft>
                        <a:buNone/>
                      </a:pPr>
                      <a:r>
                        <a:rPr lang="ja" sz="1100"/>
                        <a:t>氏名</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A2C4C9"/>
                    </a:solidFill>
                  </a:tcPr>
                </a:tc>
                <a:tc>
                  <a:txBody>
                    <a:bodyPr/>
                    <a:lstStyle/>
                    <a:p>
                      <a:pPr indent="0" lvl="0" marL="0" rtl="0" algn="l">
                        <a:spcBef>
                          <a:spcPts val="0"/>
                        </a:spcBef>
                        <a:spcAft>
                          <a:spcPts val="0"/>
                        </a:spcAft>
                        <a:buNone/>
                      </a:pPr>
                      <a:r>
                        <a:rPr lang="ja" sz="1100"/>
                        <a:t>社員ID</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A2C4C9"/>
                    </a:solidFill>
                  </a:tcPr>
                </a:tc>
                <a:tc>
                  <a:txBody>
                    <a:bodyPr/>
                    <a:lstStyle/>
                    <a:p>
                      <a:pPr indent="0" lvl="0" marL="0" rtl="0" algn="l">
                        <a:spcBef>
                          <a:spcPts val="0"/>
                        </a:spcBef>
                        <a:spcAft>
                          <a:spcPts val="0"/>
                        </a:spcAft>
                        <a:buNone/>
                      </a:pPr>
                      <a:r>
                        <a:rPr lang="ja" sz="1100"/>
                        <a:t>エンジニア歴</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A2C4C9"/>
                    </a:solidFill>
                  </a:tcPr>
                </a:tc>
                <a:tc>
                  <a:txBody>
                    <a:bodyPr/>
                    <a:lstStyle/>
                    <a:p>
                      <a:pPr indent="0" lvl="0" marL="0" rtl="0" algn="l">
                        <a:spcBef>
                          <a:spcPts val="0"/>
                        </a:spcBef>
                        <a:spcAft>
                          <a:spcPts val="0"/>
                        </a:spcAft>
                        <a:buNone/>
                      </a:pPr>
                      <a:r>
                        <a:rPr lang="ja" sz="1100"/>
                        <a:t>扱える言語</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A2C4C9"/>
                    </a:solidFill>
                  </a:tcPr>
                </a:tc>
                <a:tc>
                  <a:txBody>
                    <a:bodyPr/>
                    <a:lstStyle/>
                    <a:p>
                      <a:pPr indent="0" lvl="0" marL="0" rtl="0" algn="l">
                        <a:spcBef>
                          <a:spcPts val="0"/>
                        </a:spcBef>
                        <a:spcAft>
                          <a:spcPts val="0"/>
                        </a:spcAft>
                        <a:buNone/>
                      </a:pPr>
                      <a:r>
                        <a:rPr lang="ja" sz="1100"/>
                        <a:t>技術力</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A2C4C9"/>
                    </a:solidFill>
                  </a:tcPr>
                </a:tc>
                <a:tc>
                  <a:txBody>
                    <a:bodyPr/>
                    <a:lstStyle/>
                    <a:p>
                      <a:pPr indent="0" lvl="0" marL="0" rtl="0" algn="l">
                        <a:spcBef>
                          <a:spcPts val="0"/>
                        </a:spcBef>
                        <a:spcAft>
                          <a:spcPts val="0"/>
                        </a:spcAft>
                        <a:buNone/>
                      </a:pPr>
                      <a:r>
                        <a:rPr lang="ja" sz="1100"/>
                        <a:t>受講態度</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A2C4C9"/>
                    </a:solidFill>
                  </a:tcPr>
                </a:tc>
                <a:tc>
                  <a:txBody>
                    <a:bodyPr/>
                    <a:lstStyle/>
                    <a:p>
                      <a:pPr indent="0" lvl="0" marL="0" rtl="0" algn="l">
                        <a:spcBef>
                          <a:spcPts val="0"/>
                        </a:spcBef>
                        <a:spcAft>
                          <a:spcPts val="0"/>
                        </a:spcAft>
                        <a:buNone/>
                      </a:pPr>
                      <a:r>
                        <a:rPr lang="ja" sz="1100"/>
                        <a:t>コミュニケーション力</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A2C4C9"/>
                    </a:solidFill>
                  </a:tcPr>
                </a:tc>
                <a:tc>
                  <a:txBody>
                    <a:bodyPr/>
                    <a:lstStyle/>
                    <a:p>
                      <a:pPr indent="0" lvl="0" marL="0" rtl="0" algn="l">
                        <a:spcBef>
                          <a:spcPts val="0"/>
                        </a:spcBef>
                        <a:spcAft>
                          <a:spcPts val="0"/>
                        </a:spcAft>
                        <a:buNone/>
                      </a:pPr>
                      <a:r>
                        <a:rPr lang="ja" sz="1100"/>
                        <a:t>リーダーシップ</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A2C4C9"/>
                    </a:solidFill>
                  </a:tcPr>
                </a:tc>
                <a:tc>
                  <a:txBody>
                    <a:bodyPr/>
                    <a:lstStyle/>
                    <a:p>
                      <a:pPr indent="0" lvl="0" marL="0" rtl="0" algn="ctr">
                        <a:spcBef>
                          <a:spcPts val="0"/>
                        </a:spcBef>
                        <a:spcAft>
                          <a:spcPts val="0"/>
                        </a:spcAft>
                        <a:buNone/>
                      </a:pPr>
                      <a:r>
                        <a:rPr lang="ja" sz="1100"/>
                        <a:t>詳細設定</a:t>
                      </a:r>
                      <a:endParaRPr sz="11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A2C4C9"/>
                    </a:solidFill>
                  </a:tcPr>
                </a:tc>
              </a:tr>
              <a:tr h="405950">
                <a:tc>
                  <a:txBody>
                    <a:bodyPr/>
                    <a:lstStyle/>
                    <a:p>
                      <a:pPr indent="0" lvl="0" marL="0" rtl="0" algn="l">
                        <a:spcBef>
                          <a:spcPts val="0"/>
                        </a:spcBef>
                        <a:spcAft>
                          <a:spcPts val="0"/>
                        </a:spcAft>
                        <a:buNone/>
                      </a:pPr>
                      <a:r>
                        <a:rPr lang="ja" sz="1100"/>
                        <a:t>佐藤 ○○</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00001</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〇年</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Java</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3.5</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4</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4.5</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3</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ja" sz="1200" u="sng">
                          <a:solidFill>
                            <a:srgbClr val="0000FF"/>
                          </a:solidFill>
                        </a:rPr>
                        <a:t>詳細</a:t>
                      </a:r>
                      <a:endParaRPr sz="1200" u="sng">
                        <a:solidFill>
                          <a:srgbClr val="0000FF"/>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05950">
                <a:tc>
                  <a:txBody>
                    <a:bodyPr/>
                    <a:lstStyle/>
                    <a:p>
                      <a:pPr indent="0" lvl="0" marL="0" rtl="0" algn="l">
                        <a:spcBef>
                          <a:spcPts val="0"/>
                        </a:spcBef>
                        <a:spcAft>
                          <a:spcPts val="0"/>
                        </a:spcAft>
                        <a:buNone/>
                      </a:pPr>
                      <a:r>
                        <a:rPr lang="ja" sz="1100"/>
                        <a:t>鈴木 ○○</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00002</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solidFill>
                            <a:schemeClr val="dk1"/>
                          </a:solidFill>
                        </a:rPr>
                        <a:t>〇年</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Java</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3</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4.5</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2.5</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5</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ja" sz="1200" u="sng">
                          <a:solidFill>
                            <a:srgbClr val="0000FF"/>
                          </a:solidFill>
                        </a:rPr>
                        <a:t>詳細</a:t>
                      </a:r>
                      <a:endParaRPr sz="11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22150">
                <a:tc>
                  <a:txBody>
                    <a:bodyPr/>
                    <a:lstStyle/>
                    <a:p>
                      <a:pPr indent="0" lvl="0" marL="0" rtl="0" algn="l">
                        <a:spcBef>
                          <a:spcPts val="0"/>
                        </a:spcBef>
                        <a:spcAft>
                          <a:spcPts val="0"/>
                        </a:spcAft>
                        <a:buNone/>
                      </a:pPr>
                      <a:r>
                        <a:rPr lang="ja" sz="1100"/>
                        <a:t>田中 ○○</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00003</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solidFill>
                            <a:schemeClr val="dk1"/>
                          </a:solidFill>
                        </a:rPr>
                        <a:t>〇年</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Python</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2.5</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4.5</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3</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5.5</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ja" sz="1200" u="sng">
                          <a:solidFill>
                            <a:srgbClr val="0000FF"/>
                          </a:solidFill>
                        </a:rPr>
                        <a:t>詳細</a:t>
                      </a:r>
                      <a:endParaRPr sz="11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05950">
                <a:tc>
                  <a:txBody>
                    <a:bodyPr/>
                    <a:lstStyle/>
                    <a:p>
                      <a:pPr indent="0" lvl="0" marL="0" rtl="0" algn="l">
                        <a:spcBef>
                          <a:spcPts val="0"/>
                        </a:spcBef>
                        <a:spcAft>
                          <a:spcPts val="0"/>
                        </a:spcAft>
                        <a:buNone/>
                      </a:pPr>
                      <a:r>
                        <a:rPr lang="ja" sz="1100"/>
                        <a:t>高橋 ○○</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00004</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solidFill>
                            <a:schemeClr val="dk1"/>
                          </a:solidFill>
                        </a:rPr>
                        <a:t>〇年</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Java</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3</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3.5</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3</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4</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ja" sz="1200" u="sng">
                          <a:solidFill>
                            <a:srgbClr val="0000FF"/>
                          </a:solidFill>
                        </a:rPr>
                        <a:t>詳細</a:t>
                      </a:r>
                      <a:endParaRPr sz="11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05950">
                <a:tc>
                  <a:txBody>
                    <a:bodyPr/>
                    <a:lstStyle/>
                    <a:p>
                      <a:pPr indent="0" lvl="0" marL="0" rtl="0" algn="l">
                        <a:spcBef>
                          <a:spcPts val="0"/>
                        </a:spcBef>
                        <a:spcAft>
                          <a:spcPts val="0"/>
                        </a:spcAft>
                        <a:buNone/>
                      </a:pPr>
                      <a:r>
                        <a:rPr lang="ja" sz="1100"/>
                        <a:t>遠藤 ○○</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00005</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solidFill>
                            <a:schemeClr val="dk1"/>
                          </a:solidFill>
                        </a:rPr>
                        <a:t>〇年</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C言語</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3.5</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4</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4</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2</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ja" sz="1200" u="sng">
                          <a:solidFill>
                            <a:srgbClr val="0000FF"/>
                          </a:solidFill>
                        </a:rPr>
                        <a:t>詳細</a:t>
                      </a:r>
                      <a:endParaRPr sz="11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05950">
                <a:tc>
                  <a:txBody>
                    <a:bodyPr/>
                    <a:lstStyle/>
                    <a:p>
                      <a:pPr indent="0" lvl="0" marL="0" rtl="0" algn="l">
                        <a:spcBef>
                          <a:spcPts val="0"/>
                        </a:spcBef>
                        <a:spcAft>
                          <a:spcPts val="0"/>
                        </a:spcAft>
                        <a:buNone/>
                      </a:pPr>
                      <a:r>
                        <a:rPr lang="ja" sz="1100"/>
                        <a:t>木村 ○○</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00006</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solidFill>
                            <a:schemeClr val="dk1"/>
                          </a:solidFill>
                        </a:rPr>
                        <a:t>〇年</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Python</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4</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3</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5</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ja" sz="1100"/>
                        <a:t>2.5</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ja" sz="1200" u="sng">
                          <a:solidFill>
                            <a:srgbClr val="0000FF"/>
                          </a:solidFill>
                        </a:rPr>
                        <a:t>詳細</a:t>
                      </a:r>
                      <a:endParaRPr sz="11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59" name="Google Shape;59;p13"/>
          <p:cNvSpPr/>
          <p:nvPr/>
        </p:nvSpPr>
        <p:spPr>
          <a:xfrm>
            <a:off x="6156250" y="126925"/>
            <a:ext cx="2823300" cy="446700"/>
          </a:xfrm>
          <a:prstGeom prst="roundRect">
            <a:avLst>
              <a:gd fmla="val 16667" name="adj"/>
            </a:avLst>
          </a:prstGeom>
          <a:solidFill>
            <a:srgbClr val="FFF2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1700"/>
              <a:t>新規追加</a:t>
            </a:r>
            <a:endParaRPr b="1" sz="1700"/>
          </a:p>
        </p:txBody>
      </p:sp>
      <p:sp>
        <p:nvSpPr>
          <p:cNvPr id="60" name="Google Shape;60;p13"/>
          <p:cNvSpPr/>
          <p:nvPr/>
        </p:nvSpPr>
        <p:spPr>
          <a:xfrm>
            <a:off x="2620525" y="1049875"/>
            <a:ext cx="892200" cy="79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ja" sz="1000"/>
              <a:t>☑Java</a:t>
            </a:r>
            <a:br>
              <a:rPr lang="ja" sz="1000"/>
            </a:br>
            <a:r>
              <a:rPr lang="ja" sz="1300"/>
              <a:t>□</a:t>
            </a:r>
            <a:r>
              <a:rPr lang="ja" sz="1000"/>
              <a:t>Python</a:t>
            </a:r>
            <a:endParaRPr sz="1000"/>
          </a:p>
          <a:p>
            <a:pPr indent="0" lvl="0" marL="0" rtl="0" algn="l">
              <a:spcBef>
                <a:spcPts val="0"/>
              </a:spcBef>
              <a:spcAft>
                <a:spcPts val="0"/>
              </a:spcAft>
              <a:buNone/>
            </a:pPr>
            <a:r>
              <a:rPr lang="ja" sz="1300"/>
              <a:t>□</a:t>
            </a:r>
            <a:r>
              <a:rPr lang="ja" sz="1000"/>
              <a:t>C言語</a:t>
            </a:r>
            <a:br>
              <a:rPr lang="ja" sz="1000"/>
            </a:br>
            <a:r>
              <a:rPr lang="ja" sz="1300"/>
              <a:t>□</a:t>
            </a:r>
            <a:r>
              <a:rPr lang="ja" sz="1000"/>
              <a:t>JavaScript</a:t>
            </a:r>
            <a:endParaRPr sz="1000"/>
          </a:p>
        </p:txBody>
      </p:sp>
      <p:sp>
        <p:nvSpPr>
          <p:cNvPr id="61" name="Google Shape;61;p13"/>
          <p:cNvSpPr/>
          <p:nvPr/>
        </p:nvSpPr>
        <p:spPr>
          <a:xfrm>
            <a:off x="2620575" y="739000"/>
            <a:ext cx="892200" cy="310800"/>
          </a:xfrm>
          <a:prstGeom prst="rect">
            <a:avLst/>
          </a:prstGeom>
          <a:solidFill>
            <a:srgbClr val="76A5A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000"/>
              <a:t>下記条件で絞り込み</a:t>
            </a:r>
            <a:endParaRPr sz="1000"/>
          </a:p>
        </p:txBody>
      </p:sp>
      <p:sp>
        <p:nvSpPr>
          <p:cNvPr id="62" name="Google Shape;62;p13"/>
          <p:cNvSpPr/>
          <p:nvPr/>
        </p:nvSpPr>
        <p:spPr>
          <a:xfrm>
            <a:off x="6022825" y="4832475"/>
            <a:ext cx="1840500" cy="310800"/>
          </a:xfrm>
          <a:prstGeom prst="roundRect">
            <a:avLst>
              <a:gd fmla="val 16667" name="adj"/>
            </a:avLst>
          </a:prstGeom>
          <a:solidFill>
            <a:srgbClr val="A4C2F4"/>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選択した社員を削除</a:t>
            </a:r>
            <a:endParaRPr/>
          </a:p>
        </p:txBody>
      </p:sp>
      <p:graphicFrame>
        <p:nvGraphicFramePr>
          <p:cNvPr id="63" name="Google Shape;63;p13"/>
          <p:cNvGraphicFramePr/>
          <p:nvPr/>
        </p:nvGraphicFramePr>
        <p:xfrm>
          <a:off x="6156250" y="739000"/>
          <a:ext cx="3000000" cy="3000000"/>
        </p:xfrm>
        <a:graphic>
          <a:graphicData uri="http://schemas.openxmlformats.org/drawingml/2006/table">
            <a:tbl>
              <a:tblPr>
                <a:noFill/>
                <a:tableStyleId>{A82356BC-C53F-4B94-BAA7-A9E886D0B8E8}</a:tableStyleId>
              </a:tblPr>
              <a:tblGrid>
                <a:gridCol w="1500100"/>
              </a:tblGrid>
              <a:tr h="296275">
                <a:tc>
                  <a:txBody>
                    <a:bodyPr/>
                    <a:lstStyle/>
                    <a:p>
                      <a:pPr indent="0" lvl="0" marL="0" rtl="0" algn="ctr">
                        <a:spcBef>
                          <a:spcPts val="0"/>
                        </a:spcBef>
                        <a:spcAft>
                          <a:spcPts val="0"/>
                        </a:spcAft>
                        <a:buNone/>
                      </a:pPr>
                      <a:r>
                        <a:rPr lang="ja" sz="1000"/>
                        <a:t>並び替え</a:t>
                      </a:r>
                      <a:endParaRPr sz="10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0E0E3"/>
                    </a:solidFill>
                  </a:tcPr>
                </a:tc>
              </a:tr>
              <a:tr h="296275">
                <a:tc>
                  <a:txBody>
                    <a:bodyPr/>
                    <a:lstStyle/>
                    <a:p>
                      <a:pPr indent="0" lvl="0" marL="0" rtl="0" algn="l">
                        <a:spcBef>
                          <a:spcPts val="0"/>
                        </a:spcBef>
                        <a:spcAft>
                          <a:spcPts val="0"/>
                        </a:spcAft>
                        <a:buNone/>
                      </a:pPr>
                      <a:r>
                        <a:rPr lang="ja" sz="1000"/>
                        <a:t>〇社員ID</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96275">
                <a:tc>
                  <a:txBody>
                    <a:bodyPr/>
                    <a:lstStyle/>
                    <a:p>
                      <a:pPr indent="0" lvl="0" marL="0" rtl="0" algn="l">
                        <a:spcBef>
                          <a:spcPts val="0"/>
                        </a:spcBef>
                        <a:spcAft>
                          <a:spcPts val="0"/>
                        </a:spcAft>
                        <a:buNone/>
                      </a:pPr>
                      <a:r>
                        <a:rPr lang="ja" sz="1000"/>
                        <a:t>〇エンジニア歴</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64" name="Google Shape;64;p13"/>
          <p:cNvGraphicFramePr/>
          <p:nvPr/>
        </p:nvGraphicFramePr>
        <p:xfrm>
          <a:off x="7656350" y="739000"/>
          <a:ext cx="3000000" cy="3000000"/>
        </p:xfrm>
        <a:graphic>
          <a:graphicData uri="http://schemas.openxmlformats.org/drawingml/2006/table">
            <a:tbl>
              <a:tblPr>
                <a:noFill/>
                <a:tableStyleId>{A82356BC-C53F-4B94-BAA7-A9E886D0B8E8}</a:tableStyleId>
              </a:tblPr>
              <a:tblGrid>
                <a:gridCol w="661550"/>
                <a:gridCol w="661550"/>
              </a:tblGrid>
              <a:tr h="335250">
                <a:tc>
                  <a:txBody>
                    <a:bodyPr/>
                    <a:lstStyle/>
                    <a:p>
                      <a:pPr indent="0" lvl="0" marL="0" rtl="0" algn="ctr">
                        <a:spcBef>
                          <a:spcPts val="0"/>
                        </a:spcBef>
                        <a:spcAft>
                          <a:spcPts val="0"/>
                        </a:spcAft>
                        <a:buNone/>
                      </a:pPr>
                      <a:r>
                        <a:rPr lang="ja" sz="1000"/>
                        <a:t>昇順</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9CB9C"/>
                    </a:solidFill>
                  </a:tcPr>
                </a:tc>
                <a:tc>
                  <a:txBody>
                    <a:bodyPr/>
                    <a:lstStyle/>
                    <a:p>
                      <a:pPr indent="0" lvl="0" marL="0" rtl="0" algn="ctr">
                        <a:spcBef>
                          <a:spcPts val="0"/>
                        </a:spcBef>
                        <a:spcAft>
                          <a:spcPts val="0"/>
                        </a:spcAft>
                        <a:buNone/>
                      </a:pPr>
                      <a:r>
                        <a:rPr lang="ja" sz="1000"/>
                        <a:t>降順</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65" name="Google Shape;65;p13"/>
          <p:cNvSpPr/>
          <p:nvPr/>
        </p:nvSpPr>
        <p:spPr>
          <a:xfrm>
            <a:off x="681200" y="1049788"/>
            <a:ext cx="1719900" cy="641100"/>
          </a:xfrm>
          <a:prstGeom prst="wedgeRectCallout">
            <a:avLst>
              <a:gd fmla="val 72396" name="adj1"/>
              <a:gd fmla="val 121862" name="adj2"/>
            </a:avLst>
          </a:prstGeom>
          <a:solidFill>
            <a:schemeClr val="lt1"/>
          </a:solidFill>
          <a:ln cap="flat" cmpd="sng" w="19050">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000"/>
              <a:t>各項目の先頭行をクリックすることで、絞り込み機能が使える</a:t>
            </a:r>
            <a:endParaRPr sz="1000"/>
          </a:p>
        </p:txBody>
      </p:sp>
      <p:sp>
        <p:nvSpPr>
          <p:cNvPr id="66" name="Google Shape;66;p13"/>
          <p:cNvSpPr/>
          <p:nvPr/>
        </p:nvSpPr>
        <p:spPr>
          <a:xfrm>
            <a:off x="7989050" y="1203275"/>
            <a:ext cx="1155000" cy="510300"/>
          </a:xfrm>
          <a:prstGeom prst="wedgeRectCallout">
            <a:avLst>
              <a:gd fmla="val -94390" name="adj1"/>
              <a:gd fmla="val -82878" name="adj2"/>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900"/>
              <a:t>IDや歴で並び替えることも出来る</a:t>
            </a:r>
            <a:endParaRPr sz="9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4"/>
          <p:cNvSpPr/>
          <p:nvPr/>
        </p:nvSpPr>
        <p:spPr>
          <a:xfrm>
            <a:off x="0" y="78150"/>
            <a:ext cx="9144000" cy="572700"/>
          </a:xfrm>
          <a:prstGeom prst="rect">
            <a:avLst/>
          </a:prstGeom>
          <a:solidFill>
            <a:srgbClr val="D0E0E3"/>
          </a:solidFill>
          <a:ln cap="flat" cmpd="sng" w="9525">
            <a:solidFill>
              <a:srgbClr val="D9EAD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 name="Google Shape;72;p14"/>
          <p:cNvSpPr txBox="1"/>
          <p:nvPr>
            <p:ph type="title"/>
          </p:nvPr>
        </p:nvSpPr>
        <p:spPr>
          <a:xfrm>
            <a:off x="311700" y="128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詳細情報画面</a:t>
            </a:r>
            <a:endParaRPr/>
          </a:p>
        </p:txBody>
      </p:sp>
      <p:sp>
        <p:nvSpPr>
          <p:cNvPr id="73" name="Google Shape;73;p14"/>
          <p:cNvSpPr txBox="1"/>
          <p:nvPr>
            <p:ph idx="1" type="body"/>
          </p:nvPr>
        </p:nvSpPr>
        <p:spPr>
          <a:xfrm>
            <a:off x="311700" y="700725"/>
            <a:ext cx="1895400" cy="317100"/>
          </a:xfrm>
          <a:prstGeom prst="rect">
            <a:avLst/>
          </a:prstGeom>
        </p:spPr>
        <p:txBody>
          <a:bodyPr anchorCtr="0" anchor="t" bIns="91425" lIns="91425" spcFirstLastPara="1" rIns="91425" wrap="square" tIns="91425">
            <a:normAutofit fontScale="47500"/>
          </a:bodyPr>
          <a:lstStyle/>
          <a:p>
            <a:pPr indent="0" lvl="0" marL="0" rtl="0" algn="l">
              <a:spcBef>
                <a:spcPts val="0"/>
              </a:spcBef>
              <a:spcAft>
                <a:spcPts val="1200"/>
              </a:spcAft>
              <a:buNone/>
            </a:pPr>
            <a:r>
              <a:rPr lang="ja"/>
              <a:t>一覧&gt;社員ID0001</a:t>
            </a:r>
            <a:endParaRPr/>
          </a:p>
        </p:txBody>
      </p:sp>
      <p:graphicFrame>
        <p:nvGraphicFramePr>
          <p:cNvPr id="74" name="Google Shape;74;p14"/>
          <p:cNvGraphicFramePr/>
          <p:nvPr/>
        </p:nvGraphicFramePr>
        <p:xfrm>
          <a:off x="311700" y="1017725"/>
          <a:ext cx="3000000" cy="3000000"/>
        </p:xfrm>
        <a:graphic>
          <a:graphicData uri="http://schemas.openxmlformats.org/drawingml/2006/table">
            <a:tbl>
              <a:tblPr>
                <a:noFill/>
                <a:tableStyleId>{A82356BC-C53F-4B94-BAA7-A9E886D0B8E8}</a:tableStyleId>
              </a:tblPr>
              <a:tblGrid>
                <a:gridCol w="1895350"/>
                <a:gridCol w="1895350"/>
              </a:tblGrid>
              <a:tr h="319350">
                <a:tc>
                  <a:txBody>
                    <a:bodyPr/>
                    <a:lstStyle/>
                    <a:p>
                      <a:pPr indent="0" lvl="0" marL="0" rtl="0" algn="l">
                        <a:spcBef>
                          <a:spcPts val="0"/>
                        </a:spcBef>
                        <a:spcAft>
                          <a:spcPts val="0"/>
                        </a:spcAft>
                        <a:buNone/>
                      </a:pPr>
                      <a:r>
                        <a:rPr lang="ja" sz="1100"/>
                        <a:t>氏名</a:t>
                      </a:r>
                      <a:endParaRPr sz="11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ja" sz="1100">
                          <a:solidFill>
                            <a:schemeClr val="dk1"/>
                          </a:solidFill>
                        </a:rPr>
                        <a:t>佐藤 ○○</a:t>
                      </a:r>
                      <a:endParaRPr/>
                    </a:p>
                  </a:txBody>
                  <a:tcPr marT="91425" marB="91425" marR="91425" marL="91425"/>
                </a:tc>
              </a:tr>
              <a:tr h="319350">
                <a:tc>
                  <a:txBody>
                    <a:bodyPr/>
                    <a:lstStyle/>
                    <a:p>
                      <a:pPr indent="0" lvl="0" marL="0" rtl="0" algn="l">
                        <a:spcBef>
                          <a:spcPts val="0"/>
                        </a:spcBef>
                        <a:spcAft>
                          <a:spcPts val="0"/>
                        </a:spcAft>
                        <a:buNone/>
                      </a:pPr>
                      <a:r>
                        <a:rPr lang="ja" sz="1100"/>
                        <a:t>社員ID </a:t>
                      </a:r>
                      <a:endParaRPr sz="11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ja" sz="1100">
                          <a:solidFill>
                            <a:schemeClr val="dk1"/>
                          </a:solidFill>
                        </a:rPr>
                        <a:t>00001</a:t>
                      </a:r>
                      <a:endParaRPr/>
                    </a:p>
                  </a:txBody>
                  <a:tcPr marT="91425" marB="91425" marR="91425" marL="91425"/>
                </a:tc>
              </a:tr>
              <a:tr h="319350">
                <a:tc>
                  <a:txBody>
                    <a:bodyPr/>
                    <a:lstStyle/>
                    <a:p>
                      <a:pPr indent="0" lvl="0" marL="0" rtl="0" algn="l">
                        <a:spcBef>
                          <a:spcPts val="0"/>
                        </a:spcBef>
                        <a:spcAft>
                          <a:spcPts val="0"/>
                        </a:spcAft>
                        <a:buNone/>
                      </a:pPr>
                      <a:r>
                        <a:rPr lang="ja" sz="1100"/>
                        <a:t>生年月日（西暦） </a:t>
                      </a:r>
                      <a:endParaRPr sz="1100"/>
                    </a:p>
                  </a:txBody>
                  <a:tcPr marT="91425" marB="91425" marR="91425" marL="91425"/>
                </a:tc>
                <a:tc>
                  <a:txBody>
                    <a:bodyPr/>
                    <a:lstStyle/>
                    <a:p>
                      <a:pPr indent="0" lvl="0" marL="0" rtl="0" algn="l">
                        <a:spcBef>
                          <a:spcPts val="0"/>
                        </a:spcBef>
                        <a:spcAft>
                          <a:spcPts val="0"/>
                        </a:spcAft>
                        <a:buNone/>
                      </a:pPr>
                      <a:r>
                        <a:rPr lang="ja" sz="1100"/>
                        <a:t>19990101</a:t>
                      </a:r>
                      <a:endParaRPr sz="1100"/>
                    </a:p>
                  </a:txBody>
                  <a:tcPr marT="91425" marB="91425" marR="91425" marL="91425"/>
                </a:tc>
              </a:tr>
              <a:tr h="319350">
                <a:tc>
                  <a:txBody>
                    <a:bodyPr/>
                    <a:lstStyle/>
                    <a:p>
                      <a:pPr indent="0" lvl="0" marL="0" rtl="0" algn="l">
                        <a:spcBef>
                          <a:spcPts val="0"/>
                        </a:spcBef>
                        <a:spcAft>
                          <a:spcPts val="0"/>
                        </a:spcAft>
                        <a:buNone/>
                      </a:pPr>
                      <a:r>
                        <a:rPr lang="ja" sz="1100"/>
                        <a:t>入社年月</a:t>
                      </a:r>
                      <a:endParaRPr sz="1100"/>
                    </a:p>
                  </a:txBody>
                  <a:tcPr marT="91425" marB="91425" marR="91425" marL="91425"/>
                </a:tc>
                <a:tc>
                  <a:txBody>
                    <a:bodyPr/>
                    <a:lstStyle/>
                    <a:p>
                      <a:pPr indent="0" lvl="0" marL="0" rtl="0" algn="l">
                        <a:spcBef>
                          <a:spcPts val="0"/>
                        </a:spcBef>
                        <a:spcAft>
                          <a:spcPts val="0"/>
                        </a:spcAft>
                        <a:buNone/>
                      </a:pPr>
                      <a:r>
                        <a:rPr lang="ja" sz="1100">
                          <a:solidFill>
                            <a:schemeClr val="dk1"/>
                          </a:solidFill>
                        </a:rPr>
                        <a:t>2023年8月</a:t>
                      </a:r>
                      <a:endParaRPr sz="1100"/>
                    </a:p>
                  </a:txBody>
                  <a:tcPr marT="91425" marB="91425" marR="91425" marL="91425"/>
                </a:tc>
              </a:tr>
              <a:tr h="319350">
                <a:tc>
                  <a:txBody>
                    <a:bodyPr/>
                    <a:lstStyle/>
                    <a:p>
                      <a:pPr indent="0" lvl="0" marL="0" rtl="0" algn="l">
                        <a:lnSpc>
                          <a:spcPct val="115000"/>
                        </a:lnSpc>
                        <a:spcBef>
                          <a:spcPts val="0"/>
                        </a:spcBef>
                        <a:spcAft>
                          <a:spcPts val="0"/>
                        </a:spcAft>
                        <a:buClr>
                          <a:schemeClr val="dk1"/>
                        </a:buClr>
                        <a:buSzPts val="1100"/>
                        <a:buFont typeface="Arial"/>
                        <a:buNone/>
                      </a:pPr>
                      <a:r>
                        <a:rPr lang="ja" sz="1100">
                          <a:solidFill>
                            <a:schemeClr val="dk1"/>
                          </a:solidFill>
                        </a:rPr>
                        <a:t>経歴</a:t>
                      </a:r>
                      <a:endParaRPr/>
                    </a:p>
                  </a:txBody>
                  <a:tcPr marT="91425" marB="91425" marR="91425" marL="91425"/>
                </a:tc>
                <a:tc>
                  <a:txBody>
                    <a:bodyPr/>
                    <a:lstStyle/>
                    <a:p>
                      <a:pPr indent="0" lvl="0" marL="0" rtl="0" algn="l">
                        <a:spcBef>
                          <a:spcPts val="0"/>
                        </a:spcBef>
                        <a:spcAft>
                          <a:spcPts val="0"/>
                        </a:spcAft>
                        <a:buNone/>
                      </a:pPr>
                      <a:r>
                        <a:rPr lang="ja" sz="1100"/>
                        <a:t>3年</a:t>
                      </a:r>
                      <a:endParaRPr sz="1100"/>
                    </a:p>
                  </a:txBody>
                  <a:tcPr marT="91425" marB="91425" marR="91425" marL="91425"/>
                </a:tc>
              </a:tr>
              <a:tr h="319350">
                <a:tc>
                  <a:txBody>
                    <a:bodyPr/>
                    <a:lstStyle/>
                    <a:p>
                      <a:pPr indent="0" lvl="0" marL="0" rtl="0" algn="l">
                        <a:lnSpc>
                          <a:spcPct val="115000"/>
                        </a:lnSpc>
                        <a:spcBef>
                          <a:spcPts val="0"/>
                        </a:spcBef>
                        <a:spcAft>
                          <a:spcPts val="0"/>
                        </a:spcAft>
                        <a:buClr>
                          <a:schemeClr val="dk1"/>
                        </a:buClr>
                        <a:buSzPts val="1100"/>
                        <a:buFont typeface="Arial"/>
                        <a:buNone/>
                      </a:pPr>
                      <a:r>
                        <a:rPr lang="ja" sz="1100">
                          <a:solidFill>
                            <a:schemeClr val="dk1"/>
                          </a:solidFill>
                        </a:rPr>
                        <a:t>エンジニア歴</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ja" sz="1100"/>
                        <a:t>2年</a:t>
                      </a:r>
                      <a:endParaRPr sz="1100"/>
                    </a:p>
                  </a:txBody>
                  <a:tcPr marT="91425" marB="91425" marR="91425" marL="91425"/>
                </a:tc>
              </a:tr>
              <a:tr h="319350">
                <a:tc>
                  <a:txBody>
                    <a:bodyPr/>
                    <a:lstStyle/>
                    <a:p>
                      <a:pPr indent="0" lvl="0" marL="0" rtl="0" algn="l">
                        <a:lnSpc>
                          <a:spcPct val="115000"/>
                        </a:lnSpc>
                        <a:spcBef>
                          <a:spcPts val="0"/>
                        </a:spcBef>
                        <a:spcAft>
                          <a:spcPts val="0"/>
                        </a:spcAft>
                        <a:buClr>
                          <a:schemeClr val="dk1"/>
                        </a:buClr>
                        <a:buSzPts val="1100"/>
                        <a:buFont typeface="Arial"/>
                        <a:buNone/>
                      </a:pPr>
                      <a:r>
                        <a:rPr lang="ja" sz="1100">
                          <a:solidFill>
                            <a:schemeClr val="dk1"/>
                          </a:solidFill>
                        </a:rPr>
                        <a:t>扱える言語</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ja" sz="1100"/>
                        <a:t>Java</a:t>
                      </a:r>
                      <a:endParaRPr sz="1100"/>
                    </a:p>
                  </a:txBody>
                  <a:tcPr marT="91425" marB="91425" marR="91425" marL="91425"/>
                </a:tc>
              </a:tr>
              <a:tr h="319350">
                <a:tc>
                  <a:txBody>
                    <a:bodyPr/>
                    <a:lstStyle/>
                    <a:p>
                      <a:pPr indent="0" lvl="0" marL="0" rtl="0" algn="l">
                        <a:lnSpc>
                          <a:spcPct val="115000"/>
                        </a:lnSpc>
                        <a:spcBef>
                          <a:spcPts val="0"/>
                        </a:spcBef>
                        <a:spcAft>
                          <a:spcPts val="0"/>
                        </a:spcAft>
                        <a:buClr>
                          <a:schemeClr val="dk1"/>
                        </a:buClr>
                        <a:buSzPts val="1100"/>
                        <a:buFont typeface="Arial"/>
                        <a:buNone/>
                      </a:pPr>
                      <a:r>
                        <a:rPr lang="ja" sz="1100">
                          <a:solidFill>
                            <a:schemeClr val="dk1"/>
                          </a:solidFill>
                        </a:rPr>
                        <a:t>研修の受講歴</a:t>
                      </a:r>
                      <a:endParaRPr/>
                    </a:p>
                  </a:txBody>
                  <a:tcPr marT="91425" marB="91425" marR="91425" marL="91425"/>
                </a:tc>
                <a:tc>
                  <a:txBody>
                    <a:bodyPr/>
                    <a:lstStyle/>
                    <a:p>
                      <a:pPr indent="0" lvl="0" marL="0" rtl="0" algn="l">
                        <a:spcBef>
                          <a:spcPts val="0"/>
                        </a:spcBef>
                        <a:spcAft>
                          <a:spcPts val="0"/>
                        </a:spcAft>
                        <a:buNone/>
                      </a:pPr>
                      <a:r>
                        <a:rPr lang="ja" sz="1100"/>
                        <a:t>1年</a:t>
                      </a:r>
                      <a:endParaRPr sz="1100"/>
                    </a:p>
                  </a:txBody>
                  <a:tcPr marT="91425" marB="91425" marR="91425" marL="91425"/>
                </a:tc>
              </a:tr>
            </a:tbl>
          </a:graphicData>
        </a:graphic>
      </p:graphicFrame>
      <p:graphicFrame>
        <p:nvGraphicFramePr>
          <p:cNvPr id="75" name="Google Shape;75;p14"/>
          <p:cNvGraphicFramePr/>
          <p:nvPr/>
        </p:nvGraphicFramePr>
        <p:xfrm>
          <a:off x="5137700" y="1017725"/>
          <a:ext cx="3000000" cy="3000000"/>
        </p:xfrm>
        <a:graphic>
          <a:graphicData uri="http://schemas.openxmlformats.org/drawingml/2006/table">
            <a:tbl>
              <a:tblPr>
                <a:noFill/>
                <a:tableStyleId>{A82356BC-C53F-4B94-BAA7-A9E886D0B8E8}</a:tableStyleId>
              </a:tblPr>
              <a:tblGrid>
                <a:gridCol w="2228500"/>
                <a:gridCol w="1466100"/>
              </a:tblGrid>
              <a:tr h="381000">
                <a:tc>
                  <a:txBody>
                    <a:bodyPr/>
                    <a:lstStyle/>
                    <a:p>
                      <a:pPr indent="0" lvl="0" marL="0" rtl="0" algn="l">
                        <a:lnSpc>
                          <a:spcPct val="138000"/>
                        </a:lnSpc>
                        <a:spcBef>
                          <a:spcPts val="0"/>
                        </a:spcBef>
                        <a:spcAft>
                          <a:spcPts val="0"/>
                        </a:spcAft>
                        <a:buNone/>
                      </a:pPr>
                      <a:r>
                        <a:rPr lang="ja" sz="1100">
                          <a:solidFill>
                            <a:schemeClr val="dk1"/>
                          </a:solidFill>
                        </a:rPr>
                        <a:t>技術力</a:t>
                      </a:r>
                      <a:endParaRPr sz="1100"/>
                    </a:p>
                  </a:txBody>
                  <a:tcPr marT="91425" marB="91425" marR="91425" marL="91425"/>
                </a:tc>
                <a:tc>
                  <a:txBody>
                    <a:bodyPr/>
                    <a:lstStyle/>
                    <a:p>
                      <a:pPr indent="0" lvl="0" marL="0" rtl="0" algn="l">
                        <a:spcBef>
                          <a:spcPts val="0"/>
                        </a:spcBef>
                        <a:spcAft>
                          <a:spcPts val="0"/>
                        </a:spcAft>
                        <a:buNone/>
                      </a:pPr>
                      <a:r>
                        <a:rPr lang="ja" sz="1100"/>
                        <a:t>３．５</a:t>
                      </a:r>
                      <a:endParaRPr sz="1100"/>
                    </a:p>
                  </a:txBody>
                  <a:tcPr marT="91425" marB="91425" marR="91425" marL="91425"/>
                </a:tc>
              </a:tr>
              <a:tr h="381000">
                <a:tc>
                  <a:txBody>
                    <a:bodyPr/>
                    <a:lstStyle/>
                    <a:p>
                      <a:pPr indent="0" lvl="0" marL="0" rtl="0" algn="l">
                        <a:lnSpc>
                          <a:spcPct val="138000"/>
                        </a:lnSpc>
                        <a:spcBef>
                          <a:spcPts val="0"/>
                        </a:spcBef>
                        <a:spcAft>
                          <a:spcPts val="0"/>
                        </a:spcAft>
                        <a:buNone/>
                      </a:pPr>
                      <a:r>
                        <a:rPr lang="ja" sz="1100">
                          <a:solidFill>
                            <a:schemeClr val="dk1"/>
                          </a:solidFill>
                        </a:rPr>
                        <a:t>受講態度</a:t>
                      </a:r>
                      <a:endParaRPr sz="1100"/>
                    </a:p>
                  </a:txBody>
                  <a:tcPr marT="91425" marB="91425" marR="91425" marL="91425"/>
                </a:tc>
                <a:tc>
                  <a:txBody>
                    <a:bodyPr/>
                    <a:lstStyle/>
                    <a:p>
                      <a:pPr indent="0" lvl="0" marL="0" rtl="0" algn="l">
                        <a:spcBef>
                          <a:spcPts val="0"/>
                        </a:spcBef>
                        <a:spcAft>
                          <a:spcPts val="0"/>
                        </a:spcAft>
                        <a:buNone/>
                      </a:pPr>
                      <a:r>
                        <a:rPr lang="ja" sz="1100"/>
                        <a:t>４</a:t>
                      </a:r>
                      <a:endParaRPr sz="1100"/>
                    </a:p>
                  </a:txBody>
                  <a:tcPr marT="91425" marB="91425" marR="91425" marL="91425"/>
                </a:tc>
              </a:tr>
              <a:tr h="381000">
                <a:tc>
                  <a:txBody>
                    <a:bodyPr/>
                    <a:lstStyle/>
                    <a:p>
                      <a:pPr indent="0" lvl="0" marL="0" rtl="0" algn="l">
                        <a:lnSpc>
                          <a:spcPct val="138000"/>
                        </a:lnSpc>
                        <a:spcBef>
                          <a:spcPts val="0"/>
                        </a:spcBef>
                        <a:spcAft>
                          <a:spcPts val="0"/>
                        </a:spcAft>
                        <a:buNone/>
                      </a:pPr>
                      <a:r>
                        <a:rPr lang="ja" sz="1100">
                          <a:solidFill>
                            <a:schemeClr val="dk1"/>
                          </a:solidFill>
                        </a:rPr>
                        <a:t>コミュニケーション能力</a:t>
                      </a:r>
                      <a:endParaRPr sz="1100"/>
                    </a:p>
                  </a:txBody>
                  <a:tcPr marT="91425" marB="91425" marR="91425" marL="91425"/>
                </a:tc>
                <a:tc>
                  <a:txBody>
                    <a:bodyPr/>
                    <a:lstStyle/>
                    <a:p>
                      <a:pPr indent="0" lvl="0" marL="0" rtl="0" algn="l">
                        <a:spcBef>
                          <a:spcPts val="0"/>
                        </a:spcBef>
                        <a:spcAft>
                          <a:spcPts val="0"/>
                        </a:spcAft>
                        <a:buNone/>
                      </a:pPr>
                      <a:r>
                        <a:rPr lang="ja" sz="1100"/>
                        <a:t>４．５</a:t>
                      </a:r>
                      <a:endParaRPr sz="1100"/>
                    </a:p>
                  </a:txBody>
                  <a:tcPr marT="91425" marB="91425" marR="91425" marL="91425"/>
                </a:tc>
              </a:tr>
              <a:tr h="381000">
                <a:tc>
                  <a:txBody>
                    <a:bodyPr/>
                    <a:lstStyle/>
                    <a:p>
                      <a:pPr indent="0" lvl="0" marL="0" rtl="0" algn="l">
                        <a:lnSpc>
                          <a:spcPct val="138000"/>
                        </a:lnSpc>
                        <a:spcBef>
                          <a:spcPts val="0"/>
                        </a:spcBef>
                        <a:spcAft>
                          <a:spcPts val="0"/>
                        </a:spcAft>
                        <a:buClr>
                          <a:schemeClr val="dk1"/>
                        </a:buClr>
                        <a:buSzPts val="1100"/>
                        <a:buFont typeface="Arial"/>
                        <a:buNone/>
                      </a:pPr>
                      <a:r>
                        <a:rPr lang="ja" sz="1100">
                          <a:solidFill>
                            <a:schemeClr val="dk1"/>
                          </a:solidFill>
                        </a:rPr>
                        <a:t>リーダーシップ</a:t>
                      </a:r>
                      <a:endParaRPr sz="1100">
                        <a:solidFill>
                          <a:schemeClr val="dk1"/>
                        </a:solidFill>
                      </a:endParaRPr>
                    </a:p>
                  </a:txBody>
                  <a:tcPr marT="91425" marB="91425" marR="91425" marL="91425"/>
                </a:tc>
                <a:tc>
                  <a:txBody>
                    <a:bodyPr/>
                    <a:lstStyle/>
                    <a:p>
                      <a:pPr indent="0" lvl="0" marL="0" rtl="0" algn="l">
                        <a:spcBef>
                          <a:spcPts val="0"/>
                        </a:spcBef>
                        <a:spcAft>
                          <a:spcPts val="0"/>
                        </a:spcAft>
                        <a:buNone/>
                      </a:pPr>
                      <a:r>
                        <a:rPr lang="ja" sz="1100"/>
                        <a:t>３</a:t>
                      </a:r>
                      <a:endParaRPr sz="1100"/>
                    </a:p>
                  </a:txBody>
                  <a:tcPr marT="91425" marB="91425" marR="91425" marL="91425"/>
                </a:tc>
              </a:tr>
            </a:tbl>
          </a:graphicData>
        </a:graphic>
      </p:graphicFrame>
      <p:graphicFrame>
        <p:nvGraphicFramePr>
          <p:cNvPr id="76" name="Google Shape;76;p14"/>
          <p:cNvGraphicFramePr/>
          <p:nvPr/>
        </p:nvGraphicFramePr>
        <p:xfrm>
          <a:off x="311700" y="3970800"/>
          <a:ext cx="3000000" cy="3000000"/>
        </p:xfrm>
        <a:graphic>
          <a:graphicData uri="http://schemas.openxmlformats.org/drawingml/2006/table">
            <a:tbl>
              <a:tblPr>
                <a:noFill/>
                <a:tableStyleId>{A82356BC-C53F-4B94-BAA7-A9E886D0B8E8}</a:tableStyleId>
              </a:tblPr>
              <a:tblGrid>
                <a:gridCol w="7239000"/>
              </a:tblGrid>
              <a:tr h="341800">
                <a:tc>
                  <a:txBody>
                    <a:bodyPr/>
                    <a:lstStyle/>
                    <a:p>
                      <a:pPr indent="0" lvl="0" marL="0" rtl="0" algn="l">
                        <a:lnSpc>
                          <a:spcPct val="115000"/>
                        </a:lnSpc>
                        <a:spcBef>
                          <a:spcPts val="0"/>
                        </a:spcBef>
                        <a:spcAft>
                          <a:spcPts val="0"/>
                        </a:spcAft>
                        <a:buClr>
                          <a:schemeClr val="dk1"/>
                        </a:buClr>
                        <a:buSzPts val="1100"/>
                        <a:buFont typeface="Arial"/>
                        <a:buNone/>
                      </a:pPr>
                      <a:r>
                        <a:rPr lang="ja" sz="1100">
                          <a:solidFill>
                            <a:schemeClr val="dk1"/>
                          </a:solidFill>
                        </a:rPr>
                        <a:t>備考</a:t>
                      </a:r>
                      <a:endParaRPr sz="1100"/>
                    </a:p>
                  </a:txBody>
                  <a:tcPr marT="91425" marB="91425" marR="91425" marL="91425"/>
                </a:tc>
              </a:tr>
              <a:tr h="623625">
                <a:tc>
                  <a:txBody>
                    <a:bodyPr/>
                    <a:lstStyle/>
                    <a:p>
                      <a:pPr indent="0" lvl="0" marL="0" rtl="0" algn="l">
                        <a:spcBef>
                          <a:spcPts val="0"/>
                        </a:spcBef>
                        <a:spcAft>
                          <a:spcPts val="0"/>
                        </a:spcAft>
                        <a:buNone/>
                      </a:pPr>
                      <a:r>
                        <a:rPr lang="ja"/>
                        <a:t>いい人。</a:t>
                      </a:r>
                      <a:endParaRPr/>
                    </a:p>
                  </a:txBody>
                  <a:tcPr marT="91425" marB="91425" marR="91425" marL="91425"/>
                </a:tc>
              </a:tr>
            </a:tbl>
          </a:graphicData>
        </a:graphic>
      </p:graphicFrame>
      <p:sp>
        <p:nvSpPr>
          <p:cNvPr id="77" name="Google Shape;77;p14"/>
          <p:cNvSpPr/>
          <p:nvPr/>
        </p:nvSpPr>
        <p:spPr>
          <a:xfrm>
            <a:off x="0" y="646175"/>
            <a:ext cx="9144000" cy="371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 name="Google Shape;78;p14"/>
          <p:cNvSpPr txBox="1"/>
          <p:nvPr/>
        </p:nvSpPr>
        <p:spPr>
          <a:xfrm>
            <a:off x="6943725" y="675675"/>
            <a:ext cx="2200200" cy="36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900">
                <a:solidFill>
                  <a:schemeClr val="dk2"/>
                </a:solidFill>
              </a:rPr>
              <a:t>編集✎　書き出し↓　追加＋　設定⚙</a:t>
            </a:r>
            <a:endParaRPr sz="900">
              <a:solidFill>
                <a:schemeClr val="dk2"/>
              </a:solidFill>
            </a:endParaRPr>
          </a:p>
        </p:txBody>
      </p:sp>
      <p:sp>
        <p:nvSpPr>
          <p:cNvPr id="79" name="Google Shape;79;p14"/>
          <p:cNvSpPr/>
          <p:nvPr/>
        </p:nvSpPr>
        <p:spPr>
          <a:xfrm>
            <a:off x="4235825" y="3600450"/>
            <a:ext cx="2200200" cy="221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ja" sz="700">
                <a:solidFill>
                  <a:schemeClr val="dk1"/>
                </a:solidFill>
              </a:rPr>
              <a:t>※数字はすべて半角でお願いします。</a:t>
            </a:r>
            <a:endParaRPr sz="1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p:nvPr/>
        </p:nvSpPr>
        <p:spPr>
          <a:xfrm>
            <a:off x="0" y="78150"/>
            <a:ext cx="9144000" cy="567900"/>
          </a:xfrm>
          <a:prstGeom prst="rect">
            <a:avLst/>
          </a:prstGeom>
          <a:solidFill>
            <a:srgbClr val="D0E0E3"/>
          </a:solidFill>
          <a:ln cap="flat" cmpd="sng" w="9525">
            <a:solidFill>
              <a:srgbClr val="D9EAD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 name="Google Shape;85;p15"/>
          <p:cNvSpPr/>
          <p:nvPr/>
        </p:nvSpPr>
        <p:spPr>
          <a:xfrm>
            <a:off x="0" y="646175"/>
            <a:ext cx="9144000" cy="371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15"/>
          <p:cNvSpPr txBox="1"/>
          <p:nvPr>
            <p:ph type="title"/>
          </p:nvPr>
        </p:nvSpPr>
        <p:spPr>
          <a:xfrm>
            <a:off x="311700" y="128025"/>
            <a:ext cx="8520600" cy="467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詳細情報画面</a:t>
            </a:r>
            <a:endParaRPr/>
          </a:p>
        </p:txBody>
      </p:sp>
      <p:sp>
        <p:nvSpPr>
          <p:cNvPr id="87" name="Google Shape;87;p15"/>
          <p:cNvSpPr txBox="1"/>
          <p:nvPr>
            <p:ph idx="1" type="body"/>
          </p:nvPr>
        </p:nvSpPr>
        <p:spPr>
          <a:xfrm>
            <a:off x="7470825" y="2640349"/>
            <a:ext cx="189900" cy="175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523"/>
              <a:buNone/>
            </a:pPr>
            <a:r>
              <a:rPr b="1" lang="ja" sz="1000"/>
              <a:t>　</a:t>
            </a:r>
            <a:endParaRPr b="1" sz="1000"/>
          </a:p>
        </p:txBody>
      </p:sp>
      <p:graphicFrame>
        <p:nvGraphicFramePr>
          <p:cNvPr id="88" name="Google Shape;88;p15"/>
          <p:cNvGraphicFramePr/>
          <p:nvPr/>
        </p:nvGraphicFramePr>
        <p:xfrm>
          <a:off x="311700" y="1017725"/>
          <a:ext cx="3000000" cy="3000000"/>
        </p:xfrm>
        <a:graphic>
          <a:graphicData uri="http://schemas.openxmlformats.org/drawingml/2006/table">
            <a:tbl>
              <a:tblPr>
                <a:noFill/>
                <a:tableStyleId>{A82356BC-C53F-4B94-BAA7-A9E886D0B8E8}</a:tableStyleId>
              </a:tblPr>
              <a:tblGrid>
                <a:gridCol w="1895350"/>
                <a:gridCol w="1895350"/>
              </a:tblGrid>
              <a:tr h="319350">
                <a:tc>
                  <a:txBody>
                    <a:bodyPr/>
                    <a:lstStyle/>
                    <a:p>
                      <a:pPr indent="0" lvl="0" marL="0" rtl="0" algn="l">
                        <a:spcBef>
                          <a:spcPts val="0"/>
                        </a:spcBef>
                        <a:spcAft>
                          <a:spcPts val="0"/>
                        </a:spcAft>
                        <a:buNone/>
                      </a:pPr>
                      <a:r>
                        <a:rPr lang="ja" sz="1100"/>
                        <a:t>氏名</a:t>
                      </a:r>
                      <a:endParaRPr sz="11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ja" sz="1100">
                          <a:solidFill>
                            <a:schemeClr val="dk1"/>
                          </a:solidFill>
                        </a:rPr>
                        <a:t>佐藤 ○○</a:t>
                      </a:r>
                      <a:endParaRPr/>
                    </a:p>
                  </a:txBody>
                  <a:tcPr marT="91425" marB="91425" marR="91425" marL="91425">
                    <a:lnB cap="flat" cmpd="sng" w="28575">
                      <a:solidFill>
                        <a:srgbClr val="FF0000"/>
                      </a:solidFill>
                      <a:prstDash val="solid"/>
                      <a:round/>
                      <a:headEnd len="sm" w="sm" type="none"/>
                      <a:tailEnd len="sm" w="sm" type="none"/>
                    </a:lnB>
                  </a:tcPr>
                </a:tc>
              </a:tr>
              <a:tr h="319350">
                <a:tc>
                  <a:txBody>
                    <a:bodyPr/>
                    <a:lstStyle/>
                    <a:p>
                      <a:pPr indent="0" lvl="0" marL="0" rtl="0" algn="l">
                        <a:spcBef>
                          <a:spcPts val="0"/>
                        </a:spcBef>
                        <a:spcAft>
                          <a:spcPts val="0"/>
                        </a:spcAft>
                        <a:buNone/>
                      </a:pPr>
                      <a:r>
                        <a:rPr lang="ja" sz="1100"/>
                        <a:t>社員ID </a:t>
                      </a:r>
                      <a:endParaRPr sz="1100"/>
                    </a:p>
                  </a:txBody>
                  <a:tcPr marT="91425" marB="91425" marR="91425" marL="91425">
                    <a:lnR cap="flat" cmpd="sng" w="28575">
                      <a:solidFill>
                        <a:srgbClr val="FF0000"/>
                      </a:solidFill>
                      <a:prstDash val="solid"/>
                      <a:round/>
                      <a:headEnd len="sm" w="sm" type="none"/>
                      <a:tailEnd len="sm" w="sm" type="none"/>
                    </a:lnR>
                  </a:tcPr>
                </a:tc>
                <a:tc>
                  <a:txBody>
                    <a:bodyPr/>
                    <a:lstStyle/>
                    <a:p>
                      <a:pPr indent="0" lvl="0" marL="0" rtl="0" algn="l">
                        <a:spcBef>
                          <a:spcPts val="0"/>
                        </a:spcBef>
                        <a:spcAft>
                          <a:spcPts val="0"/>
                        </a:spcAft>
                        <a:buClr>
                          <a:schemeClr val="dk1"/>
                        </a:buClr>
                        <a:buSzPts val="1100"/>
                        <a:buFont typeface="Arial"/>
                        <a:buNone/>
                      </a:pPr>
                      <a:r>
                        <a:t/>
                      </a:r>
                      <a:endParaRPr/>
                    </a:p>
                  </a:txBody>
                  <a:tcPr marT="91425" marB="91425" marR="91425" marL="91425">
                    <a:lnL cap="flat" cmpd="sng" w="28575">
                      <a:solidFill>
                        <a:srgbClr val="FF0000"/>
                      </a:solidFill>
                      <a:prstDash val="solid"/>
                      <a:round/>
                      <a:headEnd len="sm" w="sm" type="none"/>
                      <a:tailEnd len="sm" w="sm" type="none"/>
                    </a:lnL>
                    <a:lnR cap="flat" cmpd="sng" w="28575">
                      <a:solidFill>
                        <a:srgbClr val="FF0000"/>
                      </a:solidFill>
                      <a:prstDash val="solid"/>
                      <a:round/>
                      <a:headEnd len="sm" w="sm" type="none"/>
                      <a:tailEnd len="sm" w="sm" type="none"/>
                    </a:lnR>
                    <a:lnT cap="flat" cmpd="sng" w="28575">
                      <a:solidFill>
                        <a:srgbClr val="FF0000"/>
                      </a:solidFill>
                      <a:prstDash val="solid"/>
                      <a:round/>
                      <a:headEnd len="sm" w="sm" type="none"/>
                      <a:tailEnd len="sm" w="sm" type="none"/>
                    </a:lnT>
                    <a:lnB cap="flat" cmpd="sng" w="28575">
                      <a:solidFill>
                        <a:srgbClr val="FF0000"/>
                      </a:solidFill>
                      <a:prstDash val="solid"/>
                      <a:round/>
                      <a:headEnd len="sm" w="sm" type="none"/>
                      <a:tailEnd len="sm" w="sm" type="none"/>
                    </a:lnB>
                  </a:tcPr>
                </a:tc>
              </a:tr>
              <a:tr h="319350">
                <a:tc>
                  <a:txBody>
                    <a:bodyPr/>
                    <a:lstStyle/>
                    <a:p>
                      <a:pPr indent="0" lvl="0" marL="0" rtl="0" algn="l">
                        <a:spcBef>
                          <a:spcPts val="0"/>
                        </a:spcBef>
                        <a:spcAft>
                          <a:spcPts val="0"/>
                        </a:spcAft>
                        <a:buNone/>
                      </a:pPr>
                      <a:r>
                        <a:rPr lang="ja" sz="1100"/>
                        <a:t>生年月日（西暦） </a:t>
                      </a:r>
                      <a:endParaRPr sz="1100"/>
                    </a:p>
                  </a:txBody>
                  <a:tcPr marT="91425" marB="91425" marR="91425" marL="91425"/>
                </a:tc>
                <a:tc>
                  <a:txBody>
                    <a:bodyPr/>
                    <a:lstStyle/>
                    <a:p>
                      <a:pPr indent="0" lvl="0" marL="0" rtl="0" algn="l">
                        <a:spcBef>
                          <a:spcPts val="0"/>
                        </a:spcBef>
                        <a:spcAft>
                          <a:spcPts val="0"/>
                        </a:spcAft>
                        <a:buNone/>
                      </a:pPr>
                      <a:r>
                        <a:rPr lang="ja" sz="1100"/>
                        <a:t>19990101</a:t>
                      </a:r>
                      <a:endParaRPr sz="1100"/>
                    </a:p>
                  </a:txBody>
                  <a:tcPr marT="91425" marB="91425" marR="91425" marL="91425">
                    <a:lnT cap="flat" cmpd="sng" w="28575">
                      <a:solidFill>
                        <a:srgbClr val="FF0000"/>
                      </a:solidFill>
                      <a:prstDash val="solid"/>
                      <a:round/>
                      <a:headEnd len="sm" w="sm" type="none"/>
                      <a:tailEnd len="sm" w="sm" type="none"/>
                    </a:lnT>
                  </a:tcPr>
                </a:tc>
              </a:tr>
              <a:tr h="319350">
                <a:tc>
                  <a:txBody>
                    <a:bodyPr/>
                    <a:lstStyle/>
                    <a:p>
                      <a:pPr indent="0" lvl="0" marL="0" rtl="0" algn="l">
                        <a:spcBef>
                          <a:spcPts val="0"/>
                        </a:spcBef>
                        <a:spcAft>
                          <a:spcPts val="0"/>
                        </a:spcAft>
                        <a:buNone/>
                      </a:pPr>
                      <a:r>
                        <a:rPr lang="ja" sz="1100"/>
                        <a:t>入社年月</a:t>
                      </a:r>
                      <a:endParaRPr sz="1100"/>
                    </a:p>
                  </a:txBody>
                  <a:tcPr marT="91425" marB="91425" marR="91425" marL="91425"/>
                </a:tc>
                <a:tc>
                  <a:txBody>
                    <a:bodyPr/>
                    <a:lstStyle/>
                    <a:p>
                      <a:pPr indent="0" lvl="0" marL="0" rtl="0" algn="l">
                        <a:spcBef>
                          <a:spcPts val="0"/>
                        </a:spcBef>
                        <a:spcAft>
                          <a:spcPts val="0"/>
                        </a:spcAft>
                        <a:buNone/>
                      </a:pPr>
                      <a:r>
                        <a:rPr lang="ja" sz="1100">
                          <a:solidFill>
                            <a:schemeClr val="dk1"/>
                          </a:solidFill>
                        </a:rPr>
                        <a:t>2023年8月</a:t>
                      </a:r>
                      <a:endParaRPr sz="1100"/>
                    </a:p>
                  </a:txBody>
                  <a:tcPr marT="91425" marB="91425" marR="91425" marL="91425"/>
                </a:tc>
              </a:tr>
              <a:tr h="319350">
                <a:tc>
                  <a:txBody>
                    <a:bodyPr/>
                    <a:lstStyle/>
                    <a:p>
                      <a:pPr indent="0" lvl="0" marL="0" rtl="0" algn="l">
                        <a:lnSpc>
                          <a:spcPct val="115000"/>
                        </a:lnSpc>
                        <a:spcBef>
                          <a:spcPts val="0"/>
                        </a:spcBef>
                        <a:spcAft>
                          <a:spcPts val="0"/>
                        </a:spcAft>
                        <a:buClr>
                          <a:schemeClr val="dk1"/>
                        </a:buClr>
                        <a:buSzPts val="1100"/>
                        <a:buFont typeface="Arial"/>
                        <a:buNone/>
                      </a:pPr>
                      <a:r>
                        <a:rPr lang="ja" sz="1100">
                          <a:solidFill>
                            <a:schemeClr val="dk1"/>
                          </a:solidFill>
                        </a:rPr>
                        <a:t>経歴</a:t>
                      </a:r>
                      <a:endParaRPr/>
                    </a:p>
                  </a:txBody>
                  <a:tcPr marT="91425" marB="91425" marR="91425" marL="91425"/>
                </a:tc>
                <a:tc>
                  <a:txBody>
                    <a:bodyPr/>
                    <a:lstStyle/>
                    <a:p>
                      <a:pPr indent="0" lvl="0" marL="0" rtl="0" algn="l">
                        <a:spcBef>
                          <a:spcPts val="0"/>
                        </a:spcBef>
                        <a:spcAft>
                          <a:spcPts val="0"/>
                        </a:spcAft>
                        <a:buNone/>
                      </a:pPr>
                      <a:r>
                        <a:rPr lang="ja" sz="1100"/>
                        <a:t>3年</a:t>
                      </a:r>
                      <a:endParaRPr sz="1100"/>
                    </a:p>
                  </a:txBody>
                  <a:tcPr marT="91425" marB="91425" marR="91425" marL="91425"/>
                </a:tc>
              </a:tr>
              <a:tr h="319350">
                <a:tc>
                  <a:txBody>
                    <a:bodyPr/>
                    <a:lstStyle/>
                    <a:p>
                      <a:pPr indent="0" lvl="0" marL="0" rtl="0" algn="l">
                        <a:lnSpc>
                          <a:spcPct val="115000"/>
                        </a:lnSpc>
                        <a:spcBef>
                          <a:spcPts val="0"/>
                        </a:spcBef>
                        <a:spcAft>
                          <a:spcPts val="0"/>
                        </a:spcAft>
                        <a:buClr>
                          <a:schemeClr val="dk1"/>
                        </a:buClr>
                        <a:buSzPts val="1100"/>
                        <a:buFont typeface="Arial"/>
                        <a:buNone/>
                      </a:pPr>
                      <a:r>
                        <a:rPr lang="ja" sz="1100">
                          <a:solidFill>
                            <a:schemeClr val="dk1"/>
                          </a:solidFill>
                        </a:rPr>
                        <a:t>エンジニア歴</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ja" sz="1100"/>
                        <a:t>2年</a:t>
                      </a:r>
                      <a:endParaRPr sz="1100"/>
                    </a:p>
                  </a:txBody>
                  <a:tcPr marT="91425" marB="91425" marR="91425" marL="91425"/>
                </a:tc>
              </a:tr>
              <a:tr h="319350">
                <a:tc>
                  <a:txBody>
                    <a:bodyPr/>
                    <a:lstStyle/>
                    <a:p>
                      <a:pPr indent="0" lvl="0" marL="0" rtl="0" algn="l">
                        <a:lnSpc>
                          <a:spcPct val="115000"/>
                        </a:lnSpc>
                        <a:spcBef>
                          <a:spcPts val="0"/>
                        </a:spcBef>
                        <a:spcAft>
                          <a:spcPts val="0"/>
                        </a:spcAft>
                        <a:buClr>
                          <a:schemeClr val="dk1"/>
                        </a:buClr>
                        <a:buSzPts val="1100"/>
                        <a:buFont typeface="Arial"/>
                        <a:buNone/>
                      </a:pPr>
                      <a:r>
                        <a:rPr lang="ja" sz="1100">
                          <a:solidFill>
                            <a:schemeClr val="dk1"/>
                          </a:solidFill>
                        </a:rPr>
                        <a:t>扱える言語</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ja" sz="1100"/>
                        <a:t>Java</a:t>
                      </a:r>
                      <a:endParaRPr sz="1100"/>
                    </a:p>
                  </a:txBody>
                  <a:tcPr marT="91425" marB="91425" marR="91425" marL="91425"/>
                </a:tc>
              </a:tr>
              <a:tr h="319350">
                <a:tc>
                  <a:txBody>
                    <a:bodyPr/>
                    <a:lstStyle/>
                    <a:p>
                      <a:pPr indent="0" lvl="0" marL="0" rtl="0" algn="l">
                        <a:lnSpc>
                          <a:spcPct val="115000"/>
                        </a:lnSpc>
                        <a:spcBef>
                          <a:spcPts val="0"/>
                        </a:spcBef>
                        <a:spcAft>
                          <a:spcPts val="0"/>
                        </a:spcAft>
                        <a:buClr>
                          <a:schemeClr val="dk1"/>
                        </a:buClr>
                        <a:buSzPts val="1100"/>
                        <a:buFont typeface="Arial"/>
                        <a:buNone/>
                      </a:pPr>
                      <a:r>
                        <a:rPr lang="ja" sz="1100">
                          <a:solidFill>
                            <a:schemeClr val="dk1"/>
                          </a:solidFill>
                        </a:rPr>
                        <a:t>研修の受講歴</a:t>
                      </a:r>
                      <a:endParaRPr/>
                    </a:p>
                  </a:txBody>
                  <a:tcPr marT="91425" marB="91425" marR="91425" marL="91425"/>
                </a:tc>
                <a:tc>
                  <a:txBody>
                    <a:bodyPr/>
                    <a:lstStyle/>
                    <a:p>
                      <a:pPr indent="0" lvl="0" marL="0" rtl="0" algn="l">
                        <a:spcBef>
                          <a:spcPts val="0"/>
                        </a:spcBef>
                        <a:spcAft>
                          <a:spcPts val="0"/>
                        </a:spcAft>
                        <a:buNone/>
                      </a:pPr>
                      <a:r>
                        <a:rPr lang="ja" sz="1100"/>
                        <a:t>1年</a:t>
                      </a:r>
                      <a:endParaRPr sz="1100"/>
                    </a:p>
                  </a:txBody>
                  <a:tcPr marT="91425" marB="91425" marR="91425" marL="91425"/>
                </a:tc>
              </a:tr>
            </a:tbl>
          </a:graphicData>
        </a:graphic>
      </p:graphicFrame>
      <p:graphicFrame>
        <p:nvGraphicFramePr>
          <p:cNvPr id="89" name="Google Shape;89;p15"/>
          <p:cNvGraphicFramePr/>
          <p:nvPr/>
        </p:nvGraphicFramePr>
        <p:xfrm>
          <a:off x="5137700" y="1017725"/>
          <a:ext cx="3000000" cy="3000000"/>
        </p:xfrm>
        <a:graphic>
          <a:graphicData uri="http://schemas.openxmlformats.org/drawingml/2006/table">
            <a:tbl>
              <a:tblPr>
                <a:noFill/>
                <a:tableStyleId>{A82356BC-C53F-4B94-BAA7-A9E886D0B8E8}</a:tableStyleId>
              </a:tblPr>
              <a:tblGrid>
                <a:gridCol w="2228500"/>
                <a:gridCol w="1466100"/>
              </a:tblGrid>
              <a:tr h="381000">
                <a:tc>
                  <a:txBody>
                    <a:bodyPr/>
                    <a:lstStyle/>
                    <a:p>
                      <a:pPr indent="0" lvl="0" marL="0" rtl="0" algn="l">
                        <a:lnSpc>
                          <a:spcPct val="138000"/>
                        </a:lnSpc>
                        <a:spcBef>
                          <a:spcPts val="0"/>
                        </a:spcBef>
                        <a:spcAft>
                          <a:spcPts val="0"/>
                        </a:spcAft>
                        <a:buNone/>
                      </a:pPr>
                      <a:r>
                        <a:rPr lang="ja" sz="1100">
                          <a:solidFill>
                            <a:schemeClr val="dk1"/>
                          </a:solidFill>
                        </a:rPr>
                        <a:t>技術力</a:t>
                      </a:r>
                      <a:endParaRPr sz="1100"/>
                    </a:p>
                  </a:txBody>
                  <a:tcPr marT="91425" marB="91425" marR="91425" marL="91425"/>
                </a:tc>
                <a:tc>
                  <a:txBody>
                    <a:bodyPr/>
                    <a:lstStyle/>
                    <a:p>
                      <a:pPr indent="0" lvl="0" marL="0" rtl="0" algn="l">
                        <a:spcBef>
                          <a:spcPts val="0"/>
                        </a:spcBef>
                        <a:spcAft>
                          <a:spcPts val="0"/>
                        </a:spcAft>
                        <a:buNone/>
                      </a:pPr>
                      <a:r>
                        <a:rPr lang="ja" sz="1100"/>
                        <a:t>３．５</a:t>
                      </a:r>
                      <a:endParaRPr sz="1100"/>
                    </a:p>
                  </a:txBody>
                  <a:tcPr marT="91425" marB="91425" marR="91425" marL="91425"/>
                </a:tc>
              </a:tr>
              <a:tr h="381000">
                <a:tc>
                  <a:txBody>
                    <a:bodyPr/>
                    <a:lstStyle/>
                    <a:p>
                      <a:pPr indent="0" lvl="0" marL="0" rtl="0" algn="l">
                        <a:lnSpc>
                          <a:spcPct val="138000"/>
                        </a:lnSpc>
                        <a:spcBef>
                          <a:spcPts val="0"/>
                        </a:spcBef>
                        <a:spcAft>
                          <a:spcPts val="0"/>
                        </a:spcAft>
                        <a:buNone/>
                      </a:pPr>
                      <a:r>
                        <a:rPr lang="ja" sz="1100">
                          <a:solidFill>
                            <a:schemeClr val="dk1"/>
                          </a:solidFill>
                        </a:rPr>
                        <a:t>受講態度</a:t>
                      </a:r>
                      <a:endParaRPr sz="1100"/>
                    </a:p>
                  </a:txBody>
                  <a:tcPr marT="91425" marB="91425" marR="91425" marL="91425"/>
                </a:tc>
                <a:tc>
                  <a:txBody>
                    <a:bodyPr/>
                    <a:lstStyle/>
                    <a:p>
                      <a:pPr indent="0" lvl="0" marL="0" rtl="0" algn="l">
                        <a:spcBef>
                          <a:spcPts val="0"/>
                        </a:spcBef>
                        <a:spcAft>
                          <a:spcPts val="0"/>
                        </a:spcAft>
                        <a:buNone/>
                      </a:pPr>
                      <a:r>
                        <a:rPr lang="ja" sz="1100"/>
                        <a:t>４</a:t>
                      </a:r>
                      <a:endParaRPr sz="1100"/>
                    </a:p>
                  </a:txBody>
                  <a:tcPr marT="91425" marB="91425" marR="91425" marL="91425"/>
                </a:tc>
              </a:tr>
              <a:tr h="381000">
                <a:tc>
                  <a:txBody>
                    <a:bodyPr/>
                    <a:lstStyle/>
                    <a:p>
                      <a:pPr indent="0" lvl="0" marL="0" rtl="0" algn="l">
                        <a:lnSpc>
                          <a:spcPct val="138000"/>
                        </a:lnSpc>
                        <a:spcBef>
                          <a:spcPts val="0"/>
                        </a:spcBef>
                        <a:spcAft>
                          <a:spcPts val="0"/>
                        </a:spcAft>
                        <a:buNone/>
                      </a:pPr>
                      <a:r>
                        <a:rPr lang="ja" sz="1100">
                          <a:solidFill>
                            <a:schemeClr val="dk1"/>
                          </a:solidFill>
                        </a:rPr>
                        <a:t>コミュニケーション能力</a:t>
                      </a:r>
                      <a:endParaRPr sz="1100"/>
                    </a:p>
                  </a:txBody>
                  <a:tcPr marT="91425" marB="91425" marR="91425" marL="91425"/>
                </a:tc>
                <a:tc>
                  <a:txBody>
                    <a:bodyPr/>
                    <a:lstStyle/>
                    <a:p>
                      <a:pPr indent="0" lvl="0" marL="0" rtl="0" algn="l">
                        <a:spcBef>
                          <a:spcPts val="0"/>
                        </a:spcBef>
                        <a:spcAft>
                          <a:spcPts val="0"/>
                        </a:spcAft>
                        <a:buNone/>
                      </a:pPr>
                      <a:r>
                        <a:rPr lang="ja" sz="1100"/>
                        <a:t>４．５</a:t>
                      </a:r>
                      <a:endParaRPr sz="1100"/>
                    </a:p>
                  </a:txBody>
                  <a:tcPr marT="91425" marB="91425" marR="91425" marL="91425"/>
                </a:tc>
              </a:tr>
              <a:tr h="381000">
                <a:tc>
                  <a:txBody>
                    <a:bodyPr/>
                    <a:lstStyle/>
                    <a:p>
                      <a:pPr indent="0" lvl="0" marL="0" rtl="0" algn="l">
                        <a:lnSpc>
                          <a:spcPct val="138000"/>
                        </a:lnSpc>
                        <a:spcBef>
                          <a:spcPts val="0"/>
                        </a:spcBef>
                        <a:spcAft>
                          <a:spcPts val="0"/>
                        </a:spcAft>
                        <a:buClr>
                          <a:schemeClr val="dk1"/>
                        </a:buClr>
                        <a:buSzPts val="1100"/>
                        <a:buFont typeface="Arial"/>
                        <a:buNone/>
                      </a:pPr>
                      <a:r>
                        <a:rPr lang="ja" sz="1100">
                          <a:solidFill>
                            <a:schemeClr val="dk1"/>
                          </a:solidFill>
                        </a:rPr>
                        <a:t>リーダーシップ</a:t>
                      </a:r>
                      <a:endParaRPr sz="1100">
                        <a:solidFill>
                          <a:schemeClr val="dk1"/>
                        </a:solidFill>
                      </a:endParaRPr>
                    </a:p>
                  </a:txBody>
                  <a:tcPr marT="91425" marB="91425" marR="91425" marL="91425"/>
                </a:tc>
                <a:tc>
                  <a:txBody>
                    <a:bodyPr/>
                    <a:lstStyle/>
                    <a:p>
                      <a:pPr indent="0" lvl="0" marL="0" rtl="0" algn="l">
                        <a:spcBef>
                          <a:spcPts val="0"/>
                        </a:spcBef>
                        <a:spcAft>
                          <a:spcPts val="0"/>
                        </a:spcAft>
                        <a:buNone/>
                      </a:pPr>
                      <a:r>
                        <a:rPr lang="ja" sz="1100"/>
                        <a:t>３</a:t>
                      </a:r>
                      <a:endParaRPr sz="1100"/>
                    </a:p>
                  </a:txBody>
                  <a:tcPr marT="91425" marB="91425" marR="91425" marL="91425"/>
                </a:tc>
              </a:tr>
            </a:tbl>
          </a:graphicData>
        </a:graphic>
      </p:graphicFrame>
      <p:graphicFrame>
        <p:nvGraphicFramePr>
          <p:cNvPr id="90" name="Google Shape;90;p15"/>
          <p:cNvGraphicFramePr/>
          <p:nvPr/>
        </p:nvGraphicFramePr>
        <p:xfrm>
          <a:off x="311700" y="3970800"/>
          <a:ext cx="3000000" cy="3000000"/>
        </p:xfrm>
        <a:graphic>
          <a:graphicData uri="http://schemas.openxmlformats.org/drawingml/2006/table">
            <a:tbl>
              <a:tblPr>
                <a:noFill/>
                <a:tableStyleId>{A82356BC-C53F-4B94-BAA7-A9E886D0B8E8}</a:tableStyleId>
              </a:tblPr>
              <a:tblGrid>
                <a:gridCol w="7239000"/>
              </a:tblGrid>
              <a:tr h="341800">
                <a:tc>
                  <a:txBody>
                    <a:bodyPr/>
                    <a:lstStyle/>
                    <a:p>
                      <a:pPr indent="0" lvl="0" marL="0" rtl="0" algn="l">
                        <a:lnSpc>
                          <a:spcPct val="115000"/>
                        </a:lnSpc>
                        <a:spcBef>
                          <a:spcPts val="0"/>
                        </a:spcBef>
                        <a:spcAft>
                          <a:spcPts val="0"/>
                        </a:spcAft>
                        <a:buClr>
                          <a:schemeClr val="dk1"/>
                        </a:buClr>
                        <a:buSzPts val="1100"/>
                        <a:buFont typeface="Arial"/>
                        <a:buNone/>
                      </a:pPr>
                      <a:r>
                        <a:rPr lang="ja" sz="1100">
                          <a:solidFill>
                            <a:schemeClr val="dk1"/>
                          </a:solidFill>
                        </a:rPr>
                        <a:t>備考</a:t>
                      </a:r>
                      <a:endParaRPr sz="1100"/>
                    </a:p>
                  </a:txBody>
                  <a:tcPr marT="91425" marB="91425" marR="91425" marL="91425"/>
                </a:tc>
              </a:tr>
              <a:tr h="623625">
                <a:tc>
                  <a:txBody>
                    <a:bodyPr/>
                    <a:lstStyle/>
                    <a:p>
                      <a:pPr indent="0" lvl="0" marL="0" rtl="0" algn="l">
                        <a:spcBef>
                          <a:spcPts val="0"/>
                        </a:spcBef>
                        <a:spcAft>
                          <a:spcPts val="0"/>
                        </a:spcAft>
                        <a:buNone/>
                      </a:pPr>
                      <a:r>
                        <a:rPr lang="ja"/>
                        <a:t>いい人。</a:t>
                      </a:r>
                      <a:endParaRPr/>
                    </a:p>
                  </a:txBody>
                  <a:tcPr marT="91425" marB="91425" marR="91425" marL="91425"/>
                </a:tc>
              </a:tr>
            </a:tbl>
          </a:graphicData>
        </a:graphic>
      </p:graphicFrame>
      <p:sp>
        <p:nvSpPr>
          <p:cNvPr id="91" name="Google Shape;91;p15"/>
          <p:cNvSpPr/>
          <p:nvPr/>
        </p:nvSpPr>
        <p:spPr>
          <a:xfrm>
            <a:off x="1869575" y="2211500"/>
            <a:ext cx="5294100" cy="1710000"/>
          </a:xfrm>
          <a:prstGeom prst="roundRect">
            <a:avLst>
              <a:gd fmla="val 16667" name="adj"/>
            </a:avLst>
          </a:prstGeom>
          <a:solidFill>
            <a:schemeClr val="lt1"/>
          </a:solidFill>
          <a:ln cap="flat" cmpd="sng" w="28575">
            <a:solidFill>
              <a:srgbClr val="45818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【エラー】</a:t>
            </a:r>
            <a:br>
              <a:rPr lang="ja"/>
            </a:br>
            <a:r>
              <a:rPr lang="ja"/>
              <a:t>社員IDを空白のまま保存することはできません。</a:t>
            </a:r>
            <a:endParaRPr/>
          </a:p>
        </p:txBody>
      </p:sp>
      <p:sp>
        <p:nvSpPr>
          <p:cNvPr id="92" name="Google Shape;92;p15"/>
          <p:cNvSpPr/>
          <p:nvPr/>
        </p:nvSpPr>
        <p:spPr>
          <a:xfrm>
            <a:off x="5842450" y="3392725"/>
            <a:ext cx="1000200" cy="367200"/>
          </a:xfrm>
          <a:prstGeom prst="roundRect">
            <a:avLst>
              <a:gd fmla="val 16667" name="adj"/>
            </a:avLst>
          </a:prstGeom>
          <a:solidFill>
            <a:srgbClr val="A2C4C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a:t>OK</a:t>
            </a:r>
            <a:endParaRPr b="1"/>
          </a:p>
        </p:txBody>
      </p:sp>
      <p:sp>
        <p:nvSpPr>
          <p:cNvPr id="93" name="Google Shape;93;p15"/>
          <p:cNvSpPr/>
          <p:nvPr/>
        </p:nvSpPr>
        <p:spPr>
          <a:xfrm>
            <a:off x="4279400" y="1364175"/>
            <a:ext cx="663600" cy="367200"/>
          </a:xfrm>
          <a:prstGeom prst="wedgeRectCallout">
            <a:avLst>
              <a:gd fmla="val -70321" name="adj1"/>
              <a:gd fmla="val -16333" name="adj2"/>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700">
                <a:solidFill>
                  <a:schemeClr val="lt1"/>
                </a:solidFill>
              </a:rPr>
              <a:t>空欄だと保存できないよ</a:t>
            </a:r>
            <a:endParaRPr sz="700">
              <a:solidFill>
                <a:schemeClr val="lt1"/>
              </a:solidFill>
            </a:endParaRPr>
          </a:p>
        </p:txBody>
      </p:sp>
      <p:sp>
        <p:nvSpPr>
          <p:cNvPr id="94" name="Google Shape;94;p15"/>
          <p:cNvSpPr/>
          <p:nvPr/>
        </p:nvSpPr>
        <p:spPr>
          <a:xfrm>
            <a:off x="7555775" y="681850"/>
            <a:ext cx="1147800" cy="317100"/>
          </a:xfrm>
          <a:prstGeom prst="rect">
            <a:avLst/>
          </a:prstGeom>
          <a:solidFill>
            <a:srgbClr val="D0E0E3"/>
          </a:solidFill>
          <a:ln cap="flat" cmpd="sng" w="9525">
            <a:solidFill>
              <a:srgbClr val="A2C4C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5"/>
          <p:cNvSpPr txBox="1"/>
          <p:nvPr/>
        </p:nvSpPr>
        <p:spPr>
          <a:xfrm>
            <a:off x="7555775" y="648450"/>
            <a:ext cx="1147800" cy="37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sz="1100">
                <a:solidFill>
                  <a:srgbClr val="6FA8DC"/>
                </a:solidFill>
              </a:rPr>
              <a:t>保存</a:t>
            </a:r>
            <a:endParaRPr b="1" sz="1100">
              <a:solidFill>
                <a:srgbClr val="6FA8DC"/>
              </a:solidFill>
            </a:endParaRPr>
          </a:p>
        </p:txBody>
      </p:sp>
      <p:sp>
        <p:nvSpPr>
          <p:cNvPr id="96" name="Google Shape;96;p15"/>
          <p:cNvSpPr txBox="1"/>
          <p:nvPr/>
        </p:nvSpPr>
        <p:spPr>
          <a:xfrm>
            <a:off x="6512875" y="648450"/>
            <a:ext cx="1147800" cy="37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sz="1100">
                <a:solidFill>
                  <a:schemeClr val="dk2"/>
                </a:solidFill>
              </a:rPr>
              <a:t>キャンセル</a:t>
            </a:r>
            <a:endParaRPr b="1" sz="11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6"/>
          <p:cNvSpPr/>
          <p:nvPr/>
        </p:nvSpPr>
        <p:spPr>
          <a:xfrm>
            <a:off x="0" y="78150"/>
            <a:ext cx="9144000" cy="572700"/>
          </a:xfrm>
          <a:prstGeom prst="rect">
            <a:avLst/>
          </a:prstGeom>
          <a:solidFill>
            <a:srgbClr val="D0E0E3"/>
          </a:solidFill>
          <a:ln cap="flat" cmpd="sng" w="9525">
            <a:solidFill>
              <a:srgbClr val="D9EAD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16"/>
          <p:cNvSpPr txBox="1"/>
          <p:nvPr>
            <p:ph type="title"/>
          </p:nvPr>
        </p:nvSpPr>
        <p:spPr>
          <a:xfrm>
            <a:off x="311700" y="128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詳細情報画面</a:t>
            </a:r>
            <a:endParaRPr/>
          </a:p>
        </p:txBody>
      </p:sp>
      <p:sp>
        <p:nvSpPr>
          <p:cNvPr id="103" name="Google Shape;103;p16"/>
          <p:cNvSpPr txBox="1"/>
          <p:nvPr>
            <p:ph idx="1" type="body"/>
          </p:nvPr>
        </p:nvSpPr>
        <p:spPr>
          <a:xfrm>
            <a:off x="311700" y="700725"/>
            <a:ext cx="1895400" cy="317100"/>
          </a:xfrm>
          <a:prstGeom prst="rect">
            <a:avLst/>
          </a:prstGeom>
        </p:spPr>
        <p:txBody>
          <a:bodyPr anchorCtr="0" anchor="t" bIns="91425" lIns="91425" spcFirstLastPara="1" rIns="91425" wrap="square" tIns="91425">
            <a:normAutofit fontScale="47500"/>
          </a:bodyPr>
          <a:lstStyle/>
          <a:p>
            <a:pPr indent="0" lvl="0" marL="0" rtl="0" algn="l">
              <a:spcBef>
                <a:spcPts val="0"/>
              </a:spcBef>
              <a:spcAft>
                <a:spcPts val="1200"/>
              </a:spcAft>
              <a:buNone/>
            </a:pPr>
            <a:r>
              <a:rPr lang="ja"/>
              <a:t>一覧&gt;社員ID0001</a:t>
            </a:r>
            <a:endParaRPr/>
          </a:p>
        </p:txBody>
      </p:sp>
      <p:graphicFrame>
        <p:nvGraphicFramePr>
          <p:cNvPr id="104" name="Google Shape;104;p16"/>
          <p:cNvGraphicFramePr/>
          <p:nvPr/>
        </p:nvGraphicFramePr>
        <p:xfrm>
          <a:off x="311700" y="1017725"/>
          <a:ext cx="3000000" cy="3000000"/>
        </p:xfrm>
        <a:graphic>
          <a:graphicData uri="http://schemas.openxmlformats.org/drawingml/2006/table">
            <a:tbl>
              <a:tblPr>
                <a:noFill/>
                <a:tableStyleId>{A82356BC-C53F-4B94-BAA7-A9E886D0B8E8}</a:tableStyleId>
              </a:tblPr>
              <a:tblGrid>
                <a:gridCol w="1895350"/>
                <a:gridCol w="1895350"/>
              </a:tblGrid>
              <a:tr h="319350">
                <a:tc>
                  <a:txBody>
                    <a:bodyPr/>
                    <a:lstStyle/>
                    <a:p>
                      <a:pPr indent="0" lvl="0" marL="0" rtl="0" algn="l">
                        <a:spcBef>
                          <a:spcPts val="0"/>
                        </a:spcBef>
                        <a:spcAft>
                          <a:spcPts val="0"/>
                        </a:spcAft>
                        <a:buNone/>
                      </a:pPr>
                      <a:r>
                        <a:rPr lang="ja" sz="1100"/>
                        <a:t>氏名</a:t>
                      </a:r>
                      <a:endParaRPr sz="1100"/>
                    </a:p>
                  </a:txBody>
                  <a:tcPr marT="91425" marB="91425" marR="91425" marL="91425"/>
                </a:tc>
                <a:tc>
                  <a:txBody>
                    <a:bodyPr/>
                    <a:lstStyle/>
                    <a:p>
                      <a:pPr indent="0" lvl="0" marL="0" rtl="0" algn="l">
                        <a:spcBef>
                          <a:spcPts val="0"/>
                        </a:spcBef>
                        <a:spcAft>
                          <a:spcPts val="0"/>
                        </a:spcAft>
                        <a:buNone/>
                      </a:pPr>
                      <a:r>
                        <a:rPr lang="ja" sz="1100">
                          <a:solidFill>
                            <a:schemeClr val="dk1"/>
                          </a:solidFill>
                        </a:rPr>
                        <a:t>佐藤 ○○</a:t>
                      </a:r>
                      <a:endParaRPr/>
                    </a:p>
                  </a:txBody>
                  <a:tcPr marT="91425" marB="91425" marR="91425" marL="91425"/>
                </a:tc>
              </a:tr>
              <a:tr h="319350">
                <a:tc>
                  <a:txBody>
                    <a:bodyPr/>
                    <a:lstStyle/>
                    <a:p>
                      <a:pPr indent="0" lvl="0" marL="0" rtl="0" algn="l">
                        <a:spcBef>
                          <a:spcPts val="0"/>
                        </a:spcBef>
                        <a:spcAft>
                          <a:spcPts val="0"/>
                        </a:spcAft>
                        <a:buNone/>
                      </a:pPr>
                      <a:r>
                        <a:rPr lang="ja" sz="1100"/>
                        <a:t>社員ID </a:t>
                      </a:r>
                      <a:endParaRPr sz="1100"/>
                    </a:p>
                  </a:txBody>
                  <a:tcPr marT="91425" marB="91425" marR="91425" marL="91425"/>
                </a:tc>
                <a:tc>
                  <a:txBody>
                    <a:bodyPr/>
                    <a:lstStyle/>
                    <a:p>
                      <a:pPr indent="0" lvl="0" marL="0" rtl="0" algn="l">
                        <a:spcBef>
                          <a:spcPts val="0"/>
                        </a:spcBef>
                        <a:spcAft>
                          <a:spcPts val="0"/>
                        </a:spcAft>
                        <a:buNone/>
                      </a:pPr>
                      <a:r>
                        <a:rPr lang="ja" sz="1100">
                          <a:solidFill>
                            <a:schemeClr val="dk1"/>
                          </a:solidFill>
                        </a:rPr>
                        <a:t>00001</a:t>
                      </a:r>
                      <a:endParaRPr/>
                    </a:p>
                  </a:txBody>
                  <a:tcPr marT="91425" marB="91425" marR="91425" marL="91425"/>
                </a:tc>
              </a:tr>
              <a:tr h="319350">
                <a:tc>
                  <a:txBody>
                    <a:bodyPr/>
                    <a:lstStyle/>
                    <a:p>
                      <a:pPr indent="0" lvl="0" marL="0" rtl="0" algn="l">
                        <a:spcBef>
                          <a:spcPts val="0"/>
                        </a:spcBef>
                        <a:spcAft>
                          <a:spcPts val="0"/>
                        </a:spcAft>
                        <a:buNone/>
                      </a:pPr>
                      <a:r>
                        <a:rPr lang="ja" sz="1100"/>
                        <a:t>生年月日（西暦） </a:t>
                      </a:r>
                      <a:endParaRPr sz="1100"/>
                    </a:p>
                  </a:txBody>
                  <a:tcPr marT="91425" marB="91425" marR="91425" marL="91425"/>
                </a:tc>
                <a:tc>
                  <a:txBody>
                    <a:bodyPr/>
                    <a:lstStyle/>
                    <a:p>
                      <a:pPr indent="0" lvl="0" marL="0" rtl="0" algn="l">
                        <a:spcBef>
                          <a:spcPts val="0"/>
                        </a:spcBef>
                        <a:spcAft>
                          <a:spcPts val="0"/>
                        </a:spcAft>
                        <a:buNone/>
                      </a:pPr>
                      <a:r>
                        <a:rPr lang="ja" sz="1100"/>
                        <a:t>19990101</a:t>
                      </a:r>
                      <a:endParaRPr sz="1100"/>
                    </a:p>
                  </a:txBody>
                  <a:tcPr marT="91425" marB="91425" marR="91425" marL="91425"/>
                </a:tc>
              </a:tr>
              <a:tr h="319350">
                <a:tc>
                  <a:txBody>
                    <a:bodyPr/>
                    <a:lstStyle/>
                    <a:p>
                      <a:pPr indent="0" lvl="0" marL="0" rtl="0" algn="l">
                        <a:spcBef>
                          <a:spcPts val="0"/>
                        </a:spcBef>
                        <a:spcAft>
                          <a:spcPts val="0"/>
                        </a:spcAft>
                        <a:buNone/>
                      </a:pPr>
                      <a:r>
                        <a:rPr lang="ja" sz="1100"/>
                        <a:t>入社年月</a:t>
                      </a:r>
                      <a:endParaRPr sz="1100"/>
                    </a:p>
                  </a:txBody>
                  <a:tcPr marT="91425" marB="91425" marR="91425" marL="91425"/>
                </a:tc>
                <a:tc>
                  <a:txBody>
                    <a:bodyPr/>
                    <a:lstStyle/>
                    <a:p>
                      <a:pPr indent="0" lvl="0" marL="0" rtl="0" algn="l">
                        <a:spcBef>
                          <a:spcPts val="0"/>
                        </a:spcBef>
                        <a:spcAft>
                          <a:spcPts val="0"/>
                        </a:spcAft>
                        <a:buNone/>
                      </a:pPr>
                      <a:r>
                        <a:rPr lang="ja" sz="1100">
                          <a:solidFill>
                            <a:schemeClr val="dk1"/>
                          </a:solidFill>
                        </a:rPr>
                        <a:t>2023年8月</a:t>
                      </a:r>
                      <a:endParaRPr sz="1100"/>
                    </a:p>
                  </a:txBody>
                  <a:tcPr marT="91425" marB="91425" marR="91425" marL="91425"/>
                </a:tc>
              </a:tr>
              <a:tr h="319350">
                <a:tc>
                  <a:txBody>
                    <a:bodyPr/>
                    <a:lstStyle/>
                    <a:p>
                      <a:pPr indent="0" lvl="0" marL="0" rtl="0" algn="l">
                        <a:lnSpc>
                          <a:spcPct val="115000"/>
                        </a:lnSpc>
                        <a:spcBef>
                          <a:spcPts val="0"/>
                        </a:spcBef>
                        <a:spcAft>
                          <a:spcPts val="0"/>
                        </a:spcAft>
                        <a:buNone/>
                      </a:pPr>
                      <a:r>
                        <a:rPr lang="ja" sz="1100">
                          <a:solidFill>
                            <a:schemeClr val="dk1"/>
                          </a:solidFill>
                        </a:rPr>
                        <a:t>経歴</a:t>
                      </a:r>
                      <a:endParaRPr/>
                    </a:p>
                  </a:txBody>
                  <a:tcPr marT="91425" marB="91425" marR="91425" marL="91425"/>
                </a:tc>
                <a:tc>
                  <a:txBody>
                    <a:bodyPr/>
                    <a:lstStyle/>
                    <a:p>
                      <a:pPr indent="0" lvl="0" marL="0" rtl="0" algn="l">
                        <a:spcBef>
                          <a:spcPts val="0"/>
                        </a:spcBef>
                        <a:spcAft>
                          <a:spcPts val="0"/>
                        </a:spcAft>
                        <a:buNone/>
                      </a:pPr>
                      <a:r>
                        <a:rPr lang="ja" sz="1100"/>
                        <a:t>3年</a:t>
                      </a:r>
                      <a:endParaRPr sz="1100"/>
                    </a:p>
                  </a:txBody>
                  <a:tcPr marT="91425" marB="91425" marR="91425" marL="91425"/>
                </a:tc>
              </a:tr>
              <a:tr h="319350">
                <a:tc>
                  <a:txBody>
                    <a:bodyPr/>
                    <a:lstStyle/>
                    <a:p>
                      <a:pPr indent="0" lvl="0" marL="0" rtl="0" algn="l">
                        <a:lnSpc>
                          <a:spcPct val="115000"/>
                        </a:lnSpc>
                        <a:spcBef>
                          <a:spcPts val="0"/>
                        </a:spcBef>
                        <a:spcAft>
                          <a:spcPts val="0"/>
                        </a:spcAft>
                        <a:buNone/>
                      </a:pPr>
                      <a:r>
                        <a:rPr lang="ja" sz="1100">
                          <a:solidFill>
                            <a:schemeClr val="dk1"/>
                          </a:solidFill>
                        </a:rPr>
                        <a:t>エンジニア歴</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ja" sz="1100"/>
                        <a:t>2年</a:t>
                      </a:r>
                      <a:endParaRPr sz="1100"/>
                    </a:p>
                  </a:txBody>
                  <a:tcPr marT="91425" marB="91425" marR="91425" marL="91425"/>
                </a:tc>
              </a:tr>
              <a:tr h="319350">
                <a:tc>
                  <a:txBody>
                    <a:bodyPr/>
                    <a:lstStyle/>
                    <a:p>
                      <a:pPr indent="0" lvl="0" marL="0" rtl="0" algn="l">
                        <a:lnSpc>
                          <a:spcPct val="115000"/>
                        </a:lnSpc>
                        <a:spcBef>
                          <a:spcPts val="0"/>
                        </a:spcBef>
                        <a:spcAft>
                          <a:spcPts val="0"/>
                        </a:spcAft>
                        <a:buNone/>
                      </a:pPr>
                      <a:r>
                        <a:rPr lang="ja" sz="1100">
                          <a:solidFill>
                            <a:schemeClr val="dk1"/>
                          </a:solidFill>
                        </a:rPr>
                        <a:t>扱える言語</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ja" sz="1100"/>
                        <a:t>Java</a:t>
                      </a:r>
                      <a:endParaRPr sz="1100"/>
                    </a:p>
                  </a:txBody>
                  <a:tcPr marT="91425" marB="91425" marR="91425" marL="91425"/>
                </a:tc>
              </a:tr>
              <a:tr h="319350">
                <a:tc>
                  <a:txBody>
                    <a:bodyPr/>
                    <a:lstStyle/>
                    <a:p>
                      <a:pPr indent="0" lvl="0" marL="0" rtl="0" algn="l">
                        <a:lnSpc>
                          <a:spcPct val="115000"/>
                        </a:lnSpc>
                        <a:spcBef>
                          <a:spcPts val="0"/>
                        </a:spcBef>
                        <a:spcAft>
                          <a:spcPts val="0"/>
                        </a:spcAft>
                        <a:buNone/>
                      </a:pPr>
                      <a:r>
                        <a:rPr lang="ja" sz="1100">
                          <a:solidFill>
                            <a:schemeClr val="dk1"/>
                          </a:solidFill>
                        </a:rPr>
                        <a:t>研修の受講歴</a:t>
                      </a:r>
                      <a:endParaRPr/>
                    </a:p>
                  </a:txBody>
                  <a:tcPr marT="91425" marB="91425" marR="91425" marL="91425"/>
                </a:tc>
                <a:tc>
                  <a:txBody>
                    <a:bodyPr/>
                    <a:lstStyle/>
                    <a:p>
                      <a:pPr indent="0" lvl="0" marL="0" rtl="0" algn="l">
                        <a:spcBef>
                          <a:spcPts val="0"/>
                        </a:spcBef>
                        <a:spcAft>
                          <a:spcPts val="0"/>
                        </a:spcAft>
                        <a:buNone/>
                      </a:pPr>
                      <a:r>
                        <a:rPr lang="ja" sz="1100"/>
                        <a:t>1年</a:t>
                      </a:r>
                      <a:endParaRPr sz="1100"/>
                    </a:p>
                  </a:txBody>
                  <a:tcPr marT="91425" marB="91425" marR="91425" marL="91425"/>
                </a:tc>
              </a:tr>
            </a:tbl>
          </a:graphicData>
        </a:graphic>
      </p:graphicFrame>
      <p:graphicFrame>
        <p:nvGraphicFramePr>
          <p:cNvPr id="105" name="Google Shape;105;p16"/>
          <p:cNvGraphicFramePr/>
          <p:nvPr/>
        </p:nvGraphicFramePr>
        <p:xfrm>
          <a:off x="5137700" y="1017725"/>
          <a:ext cx="3000000" cy="3000000"/>
        </p:xfrm>
        <a:graphic>
          <a:graphicData uri="http://schemas.openxmlformats.org/drawingml/2006/table">
            <a:tbl>
              <a:tblPr>
                <a:noFill/>
                <a:tableStyleId>{A82356BC-C53F-4B94-BAA7-A9E886D0B8E8}</a:tableStyleId>
              </a:tblPr>
              <a:tblGrid>
                <a:gridCol w="2228500"/>
                <a:gridCol w="1466100"/>
              </a:tblGrid>
              <a:tr h="381000">
                <a:tc>
                  <a:txBody>
                    <a:bodyPr/>
                    <a:lstStyle/>
                    <a:p>
                      <a:pPr indent="0" lvl="0" marL="0" rtl="0" algn="l">
                        <a:lnSpc>
                          <a:spcPct val="138000"/>
                        </a:lnSpc>
                        <a:spcBef>
                          <a:spcPts val="0"/>
                        </a:spcBef>
                        <a:spcAft>
                          <a:spcPts val="0"/>
                        </a:spcAft>
                        <a:buNone/>
                      </a:pPr>
                      <a:r>
                        <a:rPr lang="ja" sz="1100">
                          <a:solidFill>
                            <a:schemeClr val="dk1"/>
                          </a:solidFill>
                        </a:rPr>
                        <a:t>技術力</a:t>
                      </a:r>
                      <a:endParaRPr sz="1100"/>
                    </a:p>
                  </a:txBody>
                  <a:tcPr marT="91425" marB="91425" marR="91425" marL="91425"/>
                </a:tc>
                <a:tc>
                  <a:txBody>
                    <a:bodyPr/>
                    <a:lstStyle/>
                    <a:p>
                      <a:pPr indent="0" lvl="0" marL="0" rtl="0" algn="l">
                        <a:spcBef>
                          <a:spcPts val="0"/>
                        </a:spcBef>
                        <a:spcAft>
                          <a:spcPts val="0"/>
                        </a:spcAft>
                        <a:buNone/>
                      </a:pPr>
                      <a:r>
                        <a:rPr lang="ja" sz="1100"/>
                        <a:t>３．５</a:t>
                      </a:r>
                      <a:endParaRPr sz="1100"/>
                    </a:p>
                  </a:txBody>
                  <a:tcPr marT="91425" marB="91425" marR="91425" marL="91425"/>
                </a:tc>
              </a:tr>
              <a:tr h="381000">
                <a:tc>
                  <a:txBody>
                    <a:bodyPr/>
                    <a:lstStyle/>
                    <a:p>
                      <a:pPr indent="0" lvl="0" marL="0" rtl="0" algn="l">
                        <a:lnSpc>
                          <a:spcPct val="138000"/>
                        </a:lnSpc>
                        <a:spcBef>
                          <a:spcPts val="0"/>
                        </a:spcBef>
                        <a:spcAft>
                          <a:spcPts val="0"/>
                        </a:spcAft>
                        <a:buNone/>
                      </a:pPr>
                      <a:r>
                        <a:rPr lang="ja" sz="1100">
                          <a:solidFill>
                            <a:schemeClr val="dk1"/>
                          </a:solidFill>
                        </a:rPr>
                        <a:t>受講態度</a:t>
                      </a:r>
                      <a:endParaRPr sz="1100"/>
                    </a:p>
                  </a:txBody>
                  <a:tcPr marT="91425" marB="91425" marR="91425" marL="91425"/>
                </a:tc>
                <a:tc>
                  <a:txBody>
                    <a:bodyPr/>
                    <a:lstStyle/>
                    <a:p>
                      <a:pPr indent="0" lvl="0" marL="0" rtl="0" algn="l">
                        <a:spcBef>
                          <a:spcPts val="0"/>
                        </a:spcBef>
                        <a:spcAft>
                          <a:spcPts val="0"/>
                        </a:spcAft>
                        <a:buNone/>
                      </a:pPr>
                      <a:r>
                        <a:rPr lang="ja" sz="1100"/>
                        <a:t>４</a:t>
                      </a:r>
                      <a:endParaRPr sz="1100"/>
                    </a:p>
                  </a:txBody>
                  <a:tcPr marT="91425" marB="91425" marR="91425" marL="91425"/>
                </a:tc>
              </a:tr>
              <a:tr h="381000">
                <a:tc>
                  <a:txBody>
                    <a:bodyPr/>
                    <a:lstStyle/>
                    <a:p>
                      <a:pPr indent="0" lvl="0" marL="0" rtl="0" algn="l">
                        <a:lnSpc>
                          <a:spcPct val="138000"/>
                        </a:lnSpc>
                        <a:spcBef>
                          <a:spcPts val="0"/>
                        </a:spcBef>
                        <a:spcAft>
                          <a:spcPts val="0"/>
                        </a:spcAft>
                        <a:buNone/>
                      </a:pPr>
                      <a:r>
                        <a:rPr lang="ja" sz="1100">
                          <a:solidFill>
                            <a:schemeClr val="dk1"/>
                          </a:solidFill>
                        </a:rPr>
                        <a:t>コミュニケーション能力</a:t>
                      </a:r>
                      <a:endParaRPr sz="1100"/>
                    </a:p>
                  </a:txBody>
                  <a:tcPr marT="91425" marB="91425" marR="91425" marL="91425"/>
                </a:tc>
                <a:tc>
                  <a:txBody>
                    <a:bodyPr/>
                    <a:lstStyle/>
                    <a:p>
                      <a:pPr indent="0" lvl="0" marL="0" rtl="0" algn="l">
                        <a:spcBef>
                          <a:spcPts val="0"/>
                        </a:spcBef>
                        <a:spcAft>
                          <a:spcPts val="0"/>
                        </a:spcAft>
                        <a:buNone/>
                      </a:pPr>
                      <a:r>
                        <a:rPr lang="ja" sz="1100"/>
                        <a:t>４．５</a:t>
                      </a:r>
                      <a:endParaRPr sz="1100"/>
                    </a:p>
                  </a:txBody>
                  <a:tcPr marT="91425" marB="91425" marR="91425" marL="91425"/>
                </a:tc>
              </a:tr>
              <a:tr h="381000">
                <a:tc>
                  <a:txBody>
                    <a:bodyPr/>
                    <a:lstStyle/>
                    <a:p>
                      <a:pPr indent="0" lvl="0" marL="0" rtl="0" algn="l">
                        <a:lnSpc>
                          <a:spcPct val="138000"/>
                        </a:lnSpc>
                        <a:spcBef>
                          <a:spcPts val="0"/>
                        </a:spcBef>
                        <a:spcAft>
                          <a:spcPts val="0"/>
                        </a:spcAft>
                        <a:buNone/>
                      </a:pPr>
                      <a:r>
                        <a:rPr lang="ja" sz="1100">
                          <a:solidFill>
                            <a:schemeClr val="dk1"/>
                          </a:solidFill>
                        </a:rPr>
                        <a:t>リーダーシップ</a:t>
                      </a:r>
                      <a:endParaRPr sz="1100">
                        <a:solidFill>
                          <a:schemeClr val="dk1"/>
                        </a:solidFill>
                      </a:endParaRPr>
                    </a:p>
                  </a:txBody>
                  <a:tcPr marT="91425" marB="91425" marR="91425" marL="91425"/>
                </a:tc>
                <a:tc>
                  <a:txBody>
                    <a:bodyPr/>
                    <a:lstStyle/>
                    <a:p>
                      <a:pPr indent="0" lvl="0" marL="0" rtl="0" algn="l">
                        <a:spcBef>
                          <a:spcPts val="0"/>
                        </a:spcBef>
                        <a:spcAft>
                          <a:spcPts val="0"/>
                        </a:spcAft>
                        <a:buNone/>
                      </a:pPr>
                      <a:r>
                        <a:rPr lang="ja" sz="1100"/>
                        <a:t>３</a:t>
                      </a:r>
                      <a:endParaRPr sz="1100"/>
                    </a:p>
                  </a:txBody>
                  <a:tcPr marT="91425" marB="91425" marR="91425" marL="91425"/>
                </a:tc>
              </a:tr>
            </a:tbl>
          </a:graphicData>
        </a:graphic>
      </p:graphicFrame>
      <p:graphicFrame>
        <p:nvGraphicFramePr>
          <p:cNvPr id="106" name="Google Shape;106;p16"/>
          <p:cNvGraphicFramePr/>
          <p:nvPr/>
        </p:nvGraphicFramePr>
        <p:xfrm>
          <a:off x="311700" y="3970800"/>
          <a:ext cx="3000000" cy="3000000"/>
        </p:xfrm>
        <a:graphic>
          <a:graphicData uri="http://schemas.openxmlformats.org/drawingml/2006/table">
            <a:tbl>
              <a:tblPr>
                <a:noFill/>
                <a:tableStyleId>{A82356BC-C53F-4B94-BAA7-A9E886D0B8E8}</a:tableStyleId>
              </a:tblPr>
              <a:tblGrid>
                <a:gridCol w="7239000"/>
              </a:tblGrid>
              <a:tr h="341800">
                <a:tc>
                  <a:txBody>
                    <a:bodyPr/>
                    <a:lstStyle/>
                    <a:p>
                      <a:pPr indent="0" lvl="0" marL="0" rtl="0" algn="l">
                        <a:lnSpc>
                          <a:spcPct val="115000"/>
                        </a:lnSpc>
                        <a:spcBef>
                          <a:spcPts val="0"/>
                        </a:spcBef>
                        <a:spcAft>
                          <a:spcPts val="0"/>
                        </a:spcAft>
                        <a:buNone/>
                      </a:pPr>
                      <a:r>
                        <a:rPr lang="ja" sz="1100">
                          <a:solidFill>
                            <a:schemeClr val="dk1"/>
                          </a:solidFill>
                        </a:rPr>
                        <a:t>備考</a:t>
                      </a:r>
                      <a:endParaRPr sz="1100"/>
                    </a:p>
                  </a:txBody>
                  <a:tcPr marT="91425" marB="91425" marR="91425" marL="91425"/>
                </a:tc>
              </a:tr>
              <a:tr h="623625">
                <a:tc>
                  <a:txBody>
                    <a:bodyPr/>
                    <a:lstStyle/>
                    <a:p>
                      <a:pPr indent="0" lvl="0" marL="0" rtl="0" algn="l">
                        <a:spcBef>
                          <a:spcPts val="0"/>
                        </a:spcBef>
                        <a:spcAft>
                          <a:spcPts val="0"/>
                        </a:spcAft>
                        <a:buNone/>
                      </a:pPr>
                      <a:r>
                        <a:rPr lang="ja"/>
                        <a:t>いい人。</a:t>
                      </a:r>
                      <a:endParaRPr/>
                    </a:p>
                  </a:txBody>
                  <a:tcPr marT="91425" marB="91425" marR="91425" marL="91425"/>
                </a:tc>
              </a:tr>
            </a:tbl>
          </a:graphicData>
        </a:graphic>
      </p:graphicFrame>
      <p:sp>
        <p:nvSpPr>
          <p:cNvPr id="107" name="Google Shape;107;p16"/>
          <p:cNvSpPr/>
          <p:nvPr/>
        </p:nvSpPr>
        <p:spPr>
          <a:xfrm>
            <a:off x="0" y="646175"/>
            <a:ext cx="9144000" cy="371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 name="Google Shape;108;p16"/>
          <p:cNvSpPr txBox="1"/>
          <p:nvPr/>
        </p:nvSpPr>
        <p:spPr>
          <a:xfrm>
            <a:off x="6943725" y="675675"/>
            <a:ext cx="2200200" cy="36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900">
                <a:solidFill>
                  <a:schemeClr val="dk2"/>
                </a:solidFill>
              </a:rPr>
              <a:t>編集✎　書き出し↓　追加＋　設定⚙</a:t>
            </a:r>
            <a:endParaRPr sz="900">
              <a:solidFill>
                <a:schemeClr val="dk2"/>
              </a:solidFill>
            </a:endParaRPr>
          </a:p>
        </p:txBody>
      </p:sp>
      <p:sp>
        <p:nvSpPr>
          <p:cNvPr id="109" name="Google Shape;109;p16"/>
          <p:cNvSpPr/>
          <p:nvPr/>
        </p:nvSpPr>
        <p:spPr>
          <a:xfrm>
            <a:off x="1906125" y="577025"/>
            <a:ext cx="5460000" cy="28038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16"/>
          <p:cNvSpPr/>
          <p:nvPr/>
        </p:nvSpPr>
        <p:spPr>
          <a:xfrm>
            <a:off x="4886325" y="2934825"/>
            <a:ext cx="1119600" cy="317100"/>
          </a:xfrm>
          <a:prstGeom prst="rect">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キャンセル</a:t>
            </a:r>
            <a:endParaRPr/>
          </a:p>
        </p:txBody>
      </p:sp>
      <p:sp>
        <p:nvSpPr>
          <p:cNvPr id="111" name="Google Shape;111;p16"/>
          <p:cNvSpPr/>
          <p:nvPr/>
        </p:nvSpPr>
        <p:spPr>
          <a:xfrm>
            <a:off x="6127925" y="2934825"/>
            <a:ext cx="1119600" cy="317100"/>
          </a:xfrm>
          <a:prstGeom prst="rect">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保存</a:t>
            </a:r>
            <a:endParaRPr/>
          </a:p>
        </p:txBody>
      </p:sp>
      <p:sp>
        <p:nvSpPr>
          <p:cNvPr id="112" name="Google Shape;112;p16"/>
          <p:cNvSpPr/>
          <p:nvPr/>
        </p:nvSpPr>
        <p:spPr>
          <a:xfrm>
            <a:off x="2102775" y="1017650"/>
            <a:ext cx="741300" cy="1524000"/>
          </a:xfrm>
          <a:prstGeom prst="rect">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16"/>
          <p:cNvSpPr/>
          <p:nvPr/>
        </p:nvSpPr>
        <p:spPr>
          <a:xfrm>
            <a:off x="3313025" y="1017875"/>
            <a:ext cx="3872700" cy="1524000"/>
          </a:xfrm>
          <a:prstGeom prst="rect">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16"/>
          <p:cNvSpPr/>
          <p:nvPr/>
        </p:nvSpPr>
        <p:spPr>
          <a:xfrm>
            <a:off x="2102775" y="711025"/>
            <a:ext cx="5082900" cy="317100"/>
          </a:xfrm>
          <a:prstGeom prst="rect">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 name="Google Shape;115;p16"/>
          <p:cNvSpPr/>
          <p:nvPr/>
        </p:nvSpPr>
        <p:spPr>
          <a:xfrm>
            <a:off x="2859175" y="2691954"/>
            <a:ext cx="4326600" cy="78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7"/>
          <p:cNvSpPr/>
          <p:nvPr/>
        </p:nvSpPr>
        <p:spPr>
          <a:xfrm>
            <a:off x="0" y="646175"/>
            <a:ext cx="9144000" cy="371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 name="Google Shape;121;p17"/>
          <p:cNvSpPr/>
          <p:nvPr/>
        </p:nvSpPr>
        <p:spPr>
          <a:xfrm>
            <a:off x="0" y="78150"/>
            <a:ext cx="9144000" cy="572700"/>
          </a:xfrm>
          <a:prstGeom prst="rect">
            <a:avLst/>
          </a:prstGeom>
          <a:solidFill>
            <a:srgbClr val="D0E0E3"/>
          </a:solidFill>
          <a:ln cap="flat" cmpd="sng" w="9525">
            <a:solidFill>
              <a:srgbClr val="D9EAD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 name="Google Shape;122;p17"/>
          <p:cNvSpPr txBox="1"/>
          <p:nvPr>
            <p:ph type="title"/>
          </p:nvPr>
        </p:nvSpPr>
        <p:spPr>
          <a:xfrm>
            <a:off x="311700" y="128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詳細情報画面</a:t>
            </a:r>
            <a:endParaRPr/>
          </a:p>
        </p:txBody>
      </p:sp>
      <p:sp>
        <p:nvSpPr>
          <p:cNvPr id="123" name="Google Shape;123;p17"/>
          <p:cNvSpPr txBox="1"/>
          <p:nvPr>
            <p:ph idx="1" type="body"/>
          </p:nvPr>
        </p:nvSpPr>
        <p:spPr>
          <a:xfrm>
            <a:off x="6936900" y="3097713"/>
            <a:ext cx="1895400" cy="317100"/>
          </a:xfrm>
          <a:prstGeom prst="rect">
            <a:avLst/>
          </a:prstGeom>
        </p:spPr>
        <p:txBody>
          <a:bodyPr anchorCtr="0" anchor="t" bIns="91425" lIns="91425" spcFirstLastPara="1" rIns="91425" wrap="square" tIns="91425">
            <a:normAutofit fontScale="47500"/>
          </a:bodyPr>
          <a:lstStyle/>
          <a:p>
            <a:pPr indent="0" lvl="0" marL="0" rtl="0" algn="l">
              <a:spcBef>
                <a:spcPts val="0"/>
              </a:spcBef>
              <a:spcAft>
                <a:spcPts val="1200"/>
              </a:spcAft>
              <a:buNone/>
            </a:pPr>
            <a:r>
              <a:rPr lang="ja"/>
              <a:t>　</a:t>
            </a:r>
            <a:endParaRPr/>
          </a:p>
        </p:txBody>
      </p:sp>
      <p:graphicFrame>
        <p:nvGraphicFramePr>
          <p:cNvPr id="124" name="Google Shape;124;p17"/>
          <p:cNvGraphicFramePr/>
          <p:nvPr/>
        </p:nvGraphicFramePr>
        <p:xfrm>
          <a:off x="311700" y="1017725"/>
          <a:ext cx="3000000" cy="3000000"/>
        </p:xfrm>
        <a:graphic>
          <a:graphicData uri="http://schemas.openxmlformats.org/drawingml/2006/table">
            <a:tbl>
              <a:tblPr>
                <a:noFill/>
                <a:tableStyleId>{A82356BC-C53F-4B94-BAA7-A9E886D0B8E8}</a:tableStyleId>
              </a:tblPr>
              <a:tblGrid>
                <a:gridCol w="1887775"/>
                <a:gridCol w="1887775"/>
              </a:tblGrid>
              <a:tr h="331475">
                <a:tc>
                  <a:txBody>
                    <a:bodyPr/>
                    <a:lstStyle/>
                    <a:p>
                      <a:pPr indent="0" lvl="0" marL="0" rtl="0" algn="l">
                        <a:spcBef>
                          <a:spcPts val="0"/>
                        </a:spcBef>
                        <a:spcAft>
                          <a:spcPts val="0"/>
                        </a:spcAft>
                        <a:buNone/>
                      </a:pPr>
                      <a:r>
                        <a:rPr b="1" lang="ja" sz="900">
                          <a:solidFill>
                            <a:srgbClr val="A2C4C9"/>
                          </a:solidFill>
                        </a:rPr>
                        <a:t>氏名</a:t>
                      </a:r>
                      <a:endParaRPr b="1" sz="900">
                        <a:solidFill>
                          <a:srgbClr val="A2C4C9"/>
                        </a:solidFill>
                      </a:endParaRPr>
                    </a:p>
                  </a:txBody>
                  <a:tcPr marT="91425" marB="91425" marR="91425" marL="91425"/>
                </a:tc>
                <a:tc>
                  <a:txBody>
                    <a:bodyPr/>
                    <a:lstStyle/>
                    <a:p>
                      <a:pPr indent="0" lvl="0" marL="0" rtl="0" algn="l">
                        <a:spcBef>
                          <a:spcPts val="0"/>
                        </a:spcBef>
                        <a:spcAft>
                          <a:spcPts val="0"/>
                        </a:spcAft>
                        <a:buNone/>
                      </a:pPr>
                      <a:r>
                        <a:rPr lang="ja" sz="900">
                          <a:solidFill>
                            <a:schemeClr val="dk1"/>
                          </a:solidFill>
                        </a:rPr>
                        <a:t>佐藤 ○○</a:t>
                      </a:r>
                      <a:endParaRPr sz="1200"/>
                    </a:p>
                  </a:txBody>
                  <a:tcPr marT="91425" marB="91425" marR="91425" marL="91425"/>
                </a:tc>
              </a:tr>
              <a:tr h="331475">
                <a:tc>
                  <a:txBody>
                    <a:bodyPr/>
                    <a:lstStyle/>
                    <a:p>
                      <a:pPr indent="0" lvl="0" marL="0" rtl="0" algn="l">
                        <a:spcBef>
                          <a:spcPts val="0"/>
                        </a:spcBef>
                        <a:spcAft>
                          <a:spcPts val="0"/>
                        </a:spcAft>
                        <a:buNone/>
                      </a:pPr>
                      <a:r>
                        <a:rPr b="1" lang="ja" sz="900">
                          <a:solidFill>
                            <a:srgbClr val="A2C4C9"/>
                          </a:solidFill>
                        </a:rPr>
                        <a:t>社員ID </a:t>
                      </a:r>
                      <a:endParaRPr b="1" sz="900">
                        <a:solidFill>
                          <a:srgbClr val="A2C4C9"/>
                        </a:solidFill>
                      </a:endParaRPr>
                    </a:p>
                  </a:txBody>
                  <a:tcPr marT="91425" marB="91425" marR="91425" marL="91425"/>
                </a:tc>
                <a:tc>
                  <a:txBody>
                    <a:bodyPr/>
                    <a:lstStyle/>
                    <a:p>
                      <a:pPr indent="0" lvl="0" marL="0" rtl="0" algn="l">
                        <a:spcBef>
                          <a:spcPts val="0"/>
                        </a:spcBef>
                        <a:spcAft>
                          <a:spcPts val="0"/>
                        </a:spcAft>
                        <a:buNone/>
                      </a:pPr>
                      <a:r>
                        <a:rPr lang="ja" sz="900">
                          <a:solidFill>
                            <a:schemeClr val="dk1"/>
                          </a:solidFill>
                        </a:rPr>
                        <a:t>00001</a:t>
                      </a:r>
                      <a:endParaRPr sz="1200"/>
                    </a:p>
                  </a:txBody>
                  <a:tcPr marT="91425" marB="91425" marR="91425" marL="91425"/>
                </a:tc>
              </a:tr>
              <a:tr h="331475">
                <a:tc>
                  <a:txBody>
                    <a:bodyPr/>
                    <a:lstStyle/>
                    <a:p>
                      <a:pPr indent="0" lvl="0" marL="0" rtl="0" algn="l">
                        <a:spcBef>
                          <a:spcPts val="0"/>
                        </a:spcBef>
                        <a:spcAft>
                          <a:spcPts val="0"/>
                        </a:spcAft>
                        <a:buNone/>
                      </a:pPr>
                      <a:r>
                        <a:rPr b="1" lang="ja" sz="900">
                          <a:solidFill>
                            <a:srgbClr val="A2C4C9"/>
                          </a:solidFill>
                        </a:rPr>
                        <a:t>生年月日（西暦） </a:t>
                      </a:r>
                      <a:endParaRPr b="1" sz="900">
                        <a:solidFill>
                          <a:srgbClr val="A2C4C9"/>
                        </a:solidFill>
                      </a:endParaRPr>
                    </a:p>
                  </a:txBody>
                  <a:tcPr marT="91425" marB="91425" marR="91425" marL="91425"/>
                </a:tc>
                <a:tc>
                  <a:txBody>
                    <a:bodyPr/>
                    <a:lstStyle/>
                    <a:p>
                      <a:pPr indent="0" lvl="0" marL="0" rtl="0" algn="l">
                        <a:spcBef>
                          <a:spcPts val="0"/>
                        </a:spcBef>
                        <a:spcAft>
                          <a:spcPts val="0"/>
                        </a:spcAft>
                        <a:buNone/>
                      </a:pPr>
                      <a:r>
                        <a:rPr lang="ja" sz="900"/>
                        <a:t>19990101</a:t>
                      </a:r>
                      <a:endParaRPr sz="900"/>
                    </a:p>
                  </a:txBody>
                  <a:tcPr marT="91425" marB="91425" marR="91425" marL="91425"/>
                </a:tc>
              </a:tr>
              <a:tr h="331475">
                <a:tc>
                  <a:txBody>
                    <a:bodyPr/>
                    <a:lstStyle/>
                    <a:p>
                      <a:pPr indent="0" lvl="0" marL="0" rtl="0" algn="l">
                        <a:spcBef>
                          <a:spcPts val="0"/>
                        </a:spcBef>
                        <a:spcAft>
                          <a:spcPts val="0"/>
                        </a:spcAft>
                        <a:buNone/>
                      </a:pPr>
                      <a:r>
                        <a:rPr b="1" lang="ja" sz="900">
                          <a:solidFill>
                            <a:srgbClr val="A2C4C9"/>
                          </a:solidFill>
                        </a:rPr>
                        <a:t>入社年月</a:t>
                      </a:r>
                      <a:endParaRPr b="1" sz="900">
                        <a:solidFill>
                          <a:srgbClr val="A2C4C9"/>
                        </a:solidFill>
                      </a:endParaRPr>
                    </a:p>
                  </a:txBody>
                  <a:tcPr marT="91425" marB="91425" marR="91425" marL="91425"/>
                </a:tc>
                <a:tc>
                  <a:txBody>
                    <a:bodyPr/>
                    <a:lstStyle/>
                    <a:p>
                      <a:pPr indent="0" lvl="0" marL="0" rtl="0" algn="l">
                        <a:spcBef>
                          <a:spcPts val="0"/>
                        </a:spcBef>
                        <a:spcAft>
                          <a:spcPts val="0"/>
                        </a:spcAft>
                        <a:buNone/>
                      </a:pPr>
                      <a:r>
                        <a:rPr lang="ja" sz="900">
                          <a:solidFill>
                            <a:schemeClr val="dk1"/>
                          </a:solidFill>
                        </a:rPr>
                        <a:t>2023年8月</a:t>
                      </a:r>
                      <a:endParaRPr sz="900"/>
                    </a:p>
                  </a:txBody>
                  <a:tcPr marT="91425" marB="91425" marR="91425" marL="91425"/>
                </a:tc>
              </a:tr>
              <a:tr h="331475">
                <a:tc>
                  <a:txBody>
                    <a:bodyPr/>
                    <a:lstStyle/>
                    <a:p>
                      <a:pPr indent="0" lvl="0" marL="0" rtl="0" algn="l">
                        <a:lnSpc>
                          <a:spcPct val="115000"/>
                        </a:lnSpc>
                        <a:spcBef>
                          <a:spcPts val="0"/>
                        </a:spcBef>
                        <a:spcAft>
                          <a:spcPts val="0"/>
                        </a:spcAft>
                        <a:buNone/>
                      </a:pPr>
                      <a:r>
                        <a:rPr b="1" lang="ja" sz="900">
                          <a:solidFill>
                            <a:srgbClr val="A2C4C9"/>
                          </a:solidFill>
                        </a:rPr>
                        <a:t>経歴</a:t>
                      </a:r>
                      <a:endParaRPr b="1" sz="1200">
                        <a:solidFill>
                          <a:srgbClr val="A2C4C9"/>
                        </a:solidFill>
                      </a:endParaRPr>
                    </a:p>
                  </a:txBody>
                  <a:tcPr marT="91425" marB="91425" marR="91425" marL="91425"/>
                </a:tc>
                <a:tc>
                  <a:txBody>
                    <a:bodyPr/>
                    <a:lstStyle/>
                    <a:p>
                      <a:pPr indent="0" lvl="0" marL="0" rtl="0" algn="l">
                        <a:spcBef>
                          <a:spcPts val="0"/>
                        </a:spcBef>
                        <a:spcAft>
                          <a:spcPts val="0"/>
                        </a:spcAft>
                        <a:buNone/>
                      </a:pPr>
                      <a:r>
                        <a:rPr lang="ja" sz="900"/>
                        <a:t>3年</a:t>
                      </a:r>
                      <a:endParaRPr sz="900"/>
                    </a:p>
                  </a:txBody>
                  <a:tcPr marT="91425" marB="91425" marR="91425" marL="91425"/>
                </a:tc>
              </a:tr>
              <a:tr h="331475">
                <a:tc>
                  <a:txBody>
                    <a:bodyPr/>
                    <a:lstStyle/>
                    <a:p>
                      <a:pPr indent="0" lvl="0" marL="0" rtl="0" algn="l">
                        <a:lnSpc>
                          <a:spcPct val="115000"/>
                        </a:lnSpc>
                        <a:spcBef>
                          <a:spcPts val="0"/>
                        </a:spcBef>
                        <a:spcAft>
                          <a:spcPts val="0"/>
                        </a:spcAft>
                        <a:buNone/>
                      </a:pPr>
                      <a:r>
                        <a:rPr b="1" lang="ja" sz="900">
                          <a:solidFill>
                            <a:srgbClr val="A2C4C9"/>
                          </a:solidFill>
                        </a:rPr>
                        <a:t>エンジニア歴</a:t>
                      </a:r>
                      <a:endParaRPr b="1" sz="1200">
                        <a:solidFill>
                          <a:srgbClr val="A2C4C9"/>
                        </a:solidFill>
                      </a:endParaRPr>
                    </a:p>
                  </a:txBody>
                  <a:tcPr marT="91425" marB="91425" marR="91425" marL="91425"/>
                </a:tc>
                <a:tc>
                  <a:txBody>
                    <a:bodyPr/>
                    <a:lstStyle/>
                    <a:p>
                      <a:pPr indent="0" lvl="0" marL="0" rtl="0" algn="l">
                        <a:spcBef>
                          <a:spcPts val="0"/>
                        </a:spcBef>
                        <a:spcAft>
                          <a:spcPts val="0"/>
                        </a:spcAft>
                        <a:buNone/>
                      </a:pPr>
                      <a:r>
                        <a:rPr lang="ja" sz="900"/>
                        <a:t>2年</a:t>
                      </a:r>
                      <a:endParaRPr sz="900"/>
                    </a:p>
                  </a:txBody>
                  <a:tcPr marT="91425" marB="91425" marR="91425" marL="91425"/>
                </a:tc>
              </a:tr>
              <a:tr h="259700">
                <a:tc>
                  <a:txBody>
                    <a:bodyPr/>
                    <a:lstStyle/>
                    <a:p>
                      <a:pPr indent="0" lvl="0" marL="0" rtl="0" algn="l">
                        <a:lnSpc>
                          <a:spcPct val="115000"/>
                        </a:lnSpc>
                        <a:spcBef>
                          <a:spcPts val="0"/>
                        </a:spcBef>
                        <a:spcAft>
                          <a:spcPts val="0"/>
                        </a:spcAft>
                        <a:buNone/>
                      </a:pPr>
                      <a:r>
                        <a:rPr b="1" lang="ja" sz="900">
                          <a:solidFill>
                            <a:srgbClr val="A2C4C9"/>
                          </a:solidFill>
                        </a:rPr>
                        <a:t>扱える言語</a:t>
                      </a:r>
                      <a:endParaRPr b="1" sz="1200">
                        <a:solidFill>
                          <a:srgbClr val="A2C4C9"/>
                        </a:solidFill>
                      </a:endParaRPr>
                    </a:p>
                  </a:txBody>
                  <a:tcPr marT="91425" marB="91425" marR="91425" marL="91425"/>
                </a:tc>
                <a:tc>
                  <a:txBody>
                    <a:bodyPr/>
                    <a:lstStyle/>
                    <a:p>
                      <a:pPr indent="0" lvl="0" marL="0" rtl="0" algn="l">
                        <a:spcBef>
                          <a:spcPts val="0"/>
                        </a:spcBef>
                        <a:spcAft>
                          <a:spcPts val="0"/>
                        </a:spcAft>
                        <a:buNone/>
                      </a:pPr>
                      <a:r>
                        <a:rPr lang="ja" sz="900"/>
                        <a:t>Java</a:t>
                      </a:r>
                      <a:endParaRPr sz="900"/>
                    </a:p>
                  </a:txBody>
                  <a:tcPr marT="91425" marB="91425" marR="91425" marL="91425"/>
                </a:tc>
              </a:tr>
              <a:tr h="331475">
                <a:tc>
                  <a:txBody>
                    <a:bodyPr/>
                    <a:lstStyle/>
                    <a:p>
                      <a:pPr indent="0" lvl="0" marL="0" rtl="0" algn="l">
                        <a:lnSpc>
                          <a:spcPct val="115000"/>
                        </a:lnSpc>
                        <a:spcBef>
                          <a:spcPts val="0"/>
                        </a:spcBef>
                        <a:spcAft>
                          <a:spcPts val="0"/>
                        </a:spcAft>
                        <a:buNone/>
                      </a:pPr>
                      <a:r>
                        <a:rPr b="1" lang="ja" sz="900">
                          <a:solidFill>
                            <a:srgbClr val="A2C4C9"/>
                          </a:solidFill>
                        </a:rPr>
                        <a:t>研修の受講歴</a:t>
                      </a:r>
                      <a:endParaRPr b="1" sz="1200">
                        <a:solidFill>
                          <a:srgbClr val="A2C4C9"/>
                        </a:solidFill>
                      </a:endParaRPr>
                    </a:p>
                  </a:txBody>
                  <a:tcPr marT="91425" marB="91425" marR="91425" marL="91425"/>
                </a:tc>
                <a:tc>
                  <a:txBody>
                    <a:bodyPr/>
                    <a:lstStyle/>
                    <a:p>
                      <a:pPr indent="0" lvl="0" marL="0" rtl="0" algn="l">
                        <a:spcBef>
                          <a:spcPts val="0"/>
                        </a:spcBef>
                        <a:spcAft>
                          <a:spcPts val="0"/>
                        </a:spcAft>
                        <a:buNone/>
                      </a:pPr>
                      <a:r>
                        <a:rPr lang="ja" sz="900"/>
                        <a:t>1年</a:t>
                      </a:r>
                      <a:endParaRPr sz="900"/>
                    </a:p>
                  </a:txBody>
                  <a:tcPr marT="91425" marB="91425" marR="91425" marL="91425"/>
                </a:tc>
              </a:tr>
            </a:tbl>
          </a:graphicData>
        </a:graphic>
      </p:graphicFrame>
      <p:graphicFrame>
        <p:nvGraphicFramePr>
          <p:cNvPr id="125" name="Google Shape;125;p17"/>
          <p:cNvGraphicFramePr/>
          <p:nvPr/>
        </p:nvGraphicFramePr>
        <p:xfrm>
          <a:off x="5137700" y="1017725"/>
          <a:ext cx="3000000" cy="3000000"/>
        </p:xfrm>
        <a:graphic>
          <a:graphicData uri="http://schemas.openxmlformats.org/drawingml/2006/table">
            <a:tbl>
              <a:tblPr>
                <a:noFill/>
                <a:tableStyleId>{A82356BC-C53F-4B94-BAA7-A9E886D0B8E8}</a:tableStyleId>
              </a:tblPr>
              <a:tblGrid>
                <a:gridCol w="2228500"/>
                <a:gridCol w="1466100"/>
              </a:tblGrid>
              <a:tr h="381000">
                <a:tc>
                  <a:txBody>
                    <a:bodyPr/>
                    <a:lstStyle/>
                    <a:p>
                      <a:pPr indent="0" lvl="0" marL="0" rtl="0" algn="l">
                        <a:lnSpc>
                          <a:spcPct val="138000"/>
                        </a:lnSpc>
                        <a:spcBef>
                          <a:spcPts val="0"/>
                        </a:spcBef>
                        <a:spcAft>
                          <a:spcPts val="0"/>
                        </a:spcAft>
                        <a:buNone/>
                      </a:pPr>
                      <a:r>
                        <a:rPr b="1" lang="ja" sz="900">
                          <a:solidFill>
                            <a:srgbClr val="A2C4C9"/>
                          </a:solidFill>
                        </a:rPr>
                        <a:t>技術力</a:t>
                      </a:r>
                      <a:endParaRPr b="1" sz="900">
                        <a:solidFill>
                          <a:srgbClr val="A2C4C9"/>
                        </a:solidFill>
                      </a:endParaRPr>
                    </a:p>
                  </a:txBody>
                  <a:tcPr marT="91425" marB="91425" marR="91425" marL="91425"/>
                </a:tc>
                <a:tc>
                  <a:txBody>
                    <a:bodyPr/>
                    <a:lstStyle/>
                    <a:p>
                      <a:pPr indent="0" lvl="0" marL="0" rtl="0" algn="l">
                        <a:spcBef>
                          <a:spcPts val="0"/>
                        </a:spcBef>
                        <a:spcAft>
                          <a:spcPts val="0"/>
                        </a:spcAft>
                        <a:buNone/>
                      </a:pPr>
                      <a:r>
                        <a:rPr lang="ja" sz="900"/>
                        <a:t>３．５</a:t>
                      </a:r>
                      <a:endParaRPr sz="900"/>
                    </a:p>
                  </a:txBody>
                  <a:tcPr marT="91425" marB="91425" marR="91425" marL="91425"/>
                </a:tc>
              </a:tr>
              <a:tr h="381000">
                <a:tc>
                  <a:txBody>
                    <a:bodyPr/>
                    <a:lstStyle/>
                    <a:p>
                      <a:pPr indent="0" lvl="0" marL="0" rtl="0" algn="l">
                        <a:lnSpc>
                          <a:spcPct val="138000"/>
                        </a:lnSpc>
                        <a:spcBef>
                          <a:spcPts val="0"/>
                        </a:spcBef>
                        <a:spcAft>
                          <a:spcPts val="0"/>
                        </a:spcAft>
                        <a:buNone/>
                      </a:pPr>
                      <a:r>
                        <a:rPr b="1" lang="ja" sz="900">
                          <a:solidFill>
                            <a:srgbClr val="A2C4C9"/>
                          </a:solidFill>
                        </a:rPr>
                        <a:t>受講態度</a:t>
                      </a:r>
                      <a:endParaRPr b="1" sz="900">
                        <a:solidFill>
                          <a:srgbClr val="A2C4C9"/>
                        </a:solidFill>
                      </a:endParaRPr>
                    </a:p>
                  </a:txBody>
                  <a:tcPr marT="91425" marB="91425" marR="91425" marL="91425"/>
                </a:tc>
                <a:tc>
                  <a:txBody>
                    <a:bodyPr/>
                    <a:lstStyle/>
                    <a:p>
                      <a:pPr indent="0" lvl="0" marL="0" rtl="0" algn="l">
                        <a:spcBef>
                          <a:spcPts val="0"/>
                        </a:spcBef>
                        <a:spcAft>
                          <a:spcPts val="0"/>
                        </a:spcAft>
                        <a:buNone/>
                      </a:pPr>
                      <a:r>
                        <a:rPr lang="ja" sz="900"/>
                        <a:t>４</a:t>
                      </a:r>
                      <a:endParaRPr sz="900"/>
                    </a:p>
                  </a:txBody>
                  <a:tcPr marT="91425" marB="91425" marR="91425" marL="91425"/>
                </a:tc>
              </a:tr>
              <a:tr h="381000">
                <a:tc>
                  <a:txBody>
                    <a:bodyPr/>
                    <a:lstStyle/>
                    <a:p>
                      <a:pPr indent="0" lvl="0" marL="0" rtl="0" algn="l">
                        <a:lnSpc>
                          <a:spcPct val="138000"/>
                        </a:lnSpc>
                        <a:spcBef>
                          <a:spcPts val="0"/>
                        </a:spcBef>
                        <a:spcAft>
                          <a:spcPts val="0"/>
                        </a:spcAft>
                        <a:buNone/>
                      </a:pPr>
                      <a:r>
                        <a:rPr b="1" lang="ja" sz="900">
                          <a:solidFill>
                            <a:srgbClr val="A2C4C9"/>
                          </a:solidFill>
                        </a:rPr>
                        <a:t>コミュニケーション能力</a:t>
                      </a:r>
                      <a:endParaRPr b="1" sz="900">
                        <a:solidFill>
                          <a:srgbClr val="A2C4C9"/>
                        </a:solidFill>
                      </a:endParaRPr>
                    </a:p>
                  </a:txBody>
                  <a:tcPr marT="91425" marB="91425" marR="91425" marL="91425"/>
                </a:tc>
                <a:tc>
                  <a:txBody>
                    <a:bodyPr/>
                    <a:lstStyle/>
                    <a:p>
                      <a:pPr indent="0" lvl="0" marL="0" rtl="0" algn="l">
                        <a:spcBef>
                          <a:spcPts val="0"/>
                        </a:spcBef>
                        <a:spcAft>
                          <a:spcPts val="0"/>
                        </a:spcAft>
                        <a:buNone/>
                      </a:pPr>
                      <a:r>
                        <a:rPr lang="ja" sz="900"/>
                        <a:t>４．５</a:t>
                      </a:r>
                      <a:endParaRPr sz="900"/>
                    </a:p>
                  </a:txBody>
                  <a:tcPr marT="91425" marB="91425" marR="91425" marL="91425"/>
                </a:tc>
              </a:tr>
              <a:tr h="381000">
                <a:tc>
                  <a:txBody>
                    <a:bodyPr/>
                    <a:lstStyle/>
                    <a:p>
                      <a:pPr indent="0" lvl="0" marL="0" rtl="0" algn="l">
                        <a:lnSpc>
                          <a:spcPct val="138000"/>
                        </a:lnSpc>
                        <a:spcBef>
                          <a:spcPts val="0"/>
                        </a:spcBef>
                        <a:spcAft>
                          <a:spcPts val="0"/>
                        </a:spcAft>
                        <a:buNone/>
                      </a:pPr>
                      <a:r>
                        <a:rPr b="1" lang="ja" sz="900">
                          <a:solidFill>
                            <a:srgbClr val="A2C4C9"/>
                          </a:solidFill>
                        </a:rPr>
                        <a:t>リーダーシップ</a:t>
                      </a:r>
                      <a:endParaRPr b="1" sz="900">
                        <a:solidFill>
                          <a:srgbClr val="A2C4C9"/>
                        </a:solidFill>
                      </a:endParaRPr>
                    </a:p>
                  </a:txBody>
                  <a:tcPr marT="91425" marB="91425" marR="91425" marL="91425"/>
                </a:tc>
                <a:tc>
                  <a:txBody>
                    <a:bodyPr/>
                    <a:lstStyle/>
                    <a:p>
                      <a:pPr indent="0" lvl="0" marL="0" rtl="0" algn="l">
                        <a:spcBef>
                          <a:spcPts val="0"/>
                        </a:spcBef>
                        <a:spcAft>
                          <a:spcPts val="0"/>
                        </a:spcAft>
                        <a:buNone/>
                      </a:pPr>
                      <a:r>
                        <a:rPr lang="ja" sz="900"/>
                        <a:t>３</a:t>
                      </a:r>
                      <a:endParaRPr sz="900"/>
                    </a:p>
                  </a:txBody>
                  <a:tcPr marT="91425" marB="91425" marR="91425" marL="91425"/>
                </a:tc>
              </a:tr>
            </a:tbl>
          </a:graphicData>
        </a:graphic>
      </p:graphicFrame>
      <p:graphicFrame>
        <p:nvGraphicFramePr>
          <p:cNvPr id="126" name="Google Shape;126;p17"/>
          <p:cNvGraphicFramePr/>
          <p:nvPr/>
        </p:nvGraphicFramePr>
        <p:xfrm>
          <a:off x="311700" y="3970800"/>
          <a:ext cx="3000000" cy="3000000"/>
        </p:xfrm>
        <a:graphic>
          <a:graphicData uri="http://schemas.openxmlformats.org/drawingml/2006/table">
            <a:tbl>
              <a:tblPr>
                <a:noFill/>
                <a:tableStyleId>{A82356BC-C53F-4B94-BAA7-A9E886D0B8E8}</a:tableStyleId>
              </a:tblPr>
              <a:tblGrid>
                <a:gridCol w="7239000"/>
              </a:tblGrid>
              <a:tr h="341800">
                <a:tc>
                  <a:txBody>
                    <a:bodyPr/>
                    <a:lstStyle/>
                    <a:p>
                      <a:pPr indent="0" lvl="0" marL="0" rtl="0" algn="l">
                        <a:lnSpc>
                          <a:spcPct val="115000"/>
                        </a:lnSpc>
                        <a:spcBef>
                          <a:spcPts val="0"/>
                        </a:spcBef>
                        <a:spcAft>
                          <a:spcPts val="0"/>
                        </a:spcAft>
                        <a:buNone/>
                      </a:pPr>
                      <a:r>
                        <a:rPr b="1" lang="ja" sz="1000">
                          <a:solidFill>
                            <a:srgbClr val="A2C4C9"/>
                          </a:solidFill>
                        </a:rPr>
                        <a:t>備考</a:t>
                      </a:r>
                      <a:endParaRPr b="1" sz="1000">
                        <a:solidFill>
                          <a:srgbClr val="A2C4C9"/>
                        </a:solidFill>
                      </a:endParaRPr>
                    </a:p>
                  </a:txBody>
                  <a:tcPr marT="91425" marB="91425" marR="91425" marL="91425"/>
                </a:tc>
              </a:tr>
              <a:tr h="623625">
                <a:tc>
                  <a:txBody>
                    <a:bodyPr/>
                    <a:lstStyle/>
                    <a:p>
                      <a:pPr indent="0" lvl="0" marL="0" rtl="0" algn="l">
                        <a:spcBef>
                          <a:spcPts val="0"/>
                        </a:spcBef>
                        <a:spcAft>
                          <a:spcPts val="0"/>
                        </a:spcAft>
                        <a:buNone/>
                      </a:pPr>
                      <a:r>
                        <a:rPr lang="ja" sz="1300"/>
                        <a:t>いい人。</a:t>
                      </a:r>
                      <a:endParaRPr sz="1300"/>
                    </a:p>
                  </a:txBody>
                  <a:tcPr marT="91425" marB="91425" marR="91425" marL="91425"/>
                </a:tc>
              </a:tr>
            </a:tbl>
          </a:graphicData>
        </a:graphic>
      </p:graphicFrame>
      <p:sp>
        <p:nvSpPr>
          <p:cNvPr id="127" name="Google Shape;127;p17"/>
          <p:cNvSpPr txBox="1"/>
          <p:nvPr/>
        </p:nvSpPr>
        <p:spPr>
          <a:xfrm>
            <a:off x="6943725" y="675675"/>
            <a:ext cx="2200200" cy="36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900">
                <a:solidFill>
                  <a:schemeClr val="dk2"/>
                </a:solidFill>
              </a:rPr>
              <a:t>編集✎　書き出し↓　追加＋　設定⚙</a:t>
            </a:r>
            <a:endParaRPr sz="900">
              <a:solidFill>
                <a:schemeClr val="dk2"/>
              </a:solidFill>
            </a:endParaRPr>
          </a:p>
        </p:txBody>
      </p:sp>
      <p:sp>
        <p:nvSpPr>
          <p:cNvPr id="128" name="Google Shape;128;p17"/>
          <p:cNvSpPr/>
          <p:nvPr/>
        </p:nvSpPr>
        <p:spPr>
          <a:xfrm>
            <a:off x="4147775" y="1119450"/>
            <a:ext cx="90900" cy="10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17"/>
          <p:cNvSpPr/>
          <p:nvPr/>
        </p:nvSpPr>
        <p:spPr>
          <a:xfrm>
            <a:off x="1213950" y="3761475"/>
            <a:ext cx="90900" cy="10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 name="Google Shape;130;p17"/>
          <p:cNvSpPr/>
          <p:nvPr/>
        </p:nvSpPr>
        <p:spPr>
          <a:xfrm>
            <a:off x="4572000" y="1398725"/>
            <a:ext cx="1467300" cy="1072800"/>
          </a:xfrm>
          <a:prstGeom prst="wedgeRectCallout">
            <a:avLst>
              <a:gd fmla="val -66725" name="adj1"/>
              <a:gd fmla="val -57699"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ここで列や行を追加していくことができる。</a:t>
            </a:r>
            <a:endParaRPr/>
          </a:p>
        </p:txBody>
      </p:sp>
      <p:sp>
        <p:nvSpPr>
          <p:cNvPr id="131" name="Google Shape;131;p17"/>
          <p:cNvSpPr/>
          <p:nvPr/>
        </p:nvSpPr>
        <p:spPr>
          <a:xfrm>
            <a:off x="4147775" y="1449588"/>
            <a:ext cx="90900" cy="10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 name="Google Shape;132;p17"/>
          <p:cNvSpPr/>
          <p:nvPr/>
        </p:nvSpPr>
        <p:spPr>
          <a:xfrm>
            <a:off x="4147775" y="1779725"/>
            <a:ext cx="90900" cy="10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 name="Google Shape;133;p17"/>
          <p:cNvSpPr/>
          <p:nvPr/>
        </p:nvSpPr>
        <p:spPr>
          <a:xfrm>
            <a:off x="4147775" y="2111250"/>
            <a:ext cx="90900" cy="10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 name="Google Shape;134;p17"/>
          <p:cNvSpPr/>
          <p:nvPr/>
        </p:nvSpPr>
        <p:spPr>
          <a:xfrm>
            <a:off x="4147775" y="2441388"/>
            <a:ext cx="90900" cy="10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17"/>
          <p:cNvSpPr/>
          <p:nvPr/>
        </p:nvSpPr>
        <p:spPr>
          <a:xfrm>
            <a:off x="4147775" y="2771525"/>
            <a:ext cx="90900" cy="10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17"/>
          <p:cNvSpPr/>
          <p:nvPr/>
        </p:nvSpPr>
        <p:spPr>
          <a:xfrm>
            <a:off x="4147775" y="3138713"/>
            <a:ext cx="90900" cy="10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 name="Google Shape;137;p17"/>
          <p:cNvSpPr/>
          <p:nvPr/>
        </p:nvSpPr>
        <p:spPr>
          <a:xfrm>
            <a:off x="4147775" y="3505900"/>
            <a:ext cx="90900" cy="10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p17"/>
          <p:cNvSpPr/>
          <p:nvPr/>
        </p:nvSpPr>
        <p:spPr>
          <a:xfrm>
            <a:off x="3089950" y="3761475"/>
            <a:ext cx="90900" cy="10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8"/>
          <p:cNvSpPr txBox="1"/>
          <p:nvPr>
            <p:ph type="title"/>
          </p:nvPr>
        </p:nvSpPr>
        <p:spPr>
          <a:xfrm>
            <a:off x="100" y="0"/>
            <a:ext cx="3078000" cy="954000"/>
          </a:xfrm>
          <a:prstGeom prst="rect">
            <a:avLst/>
          </a:prstGeom>
          <a:solidFill>
            <a:schemeClr val="lt1"/>
          </a:solidFill>
        </p:spPr>
        <p:txBody>
          <a:bodyPr anchorCtr="0" anchor="ctr" bIns="91425" lIns="91425" spcFirstLastPara="1" rIns="91425" wrap="square" tIns="91425">
            <a:normAutofit/>
          </a:bodyPr>
          <a:lstStyle/>
          <a:p>
            <a:pPr indent="0" lvl="0" marL="0" rtl="0" algn="ctr">
              <a:spcBef>
                <a:spcPts val="0"/>
              </a:spcBef>
              <a:spcAft>
                <a:spcPts val="0"/>
              </a:spcAft>
              <a:buNone/>
            </a:pPr>
            <a:r>
              <a:rPr lang="ja" sz="3700"/>
              <a:t>検索機能</a:t>
            </a:r>
            <a:endParaRPr sz="3700"/>
          </a:p>
        </p:txBody>
      </p:sp>
      <p:graphicFrame>
        <p:nvGraphicFramePr>
          <p:cNvPr id="144" name="Google Shape;144;p18"/>
          <p:cNvGraphicFramePr/>
          <p:nvPr/>
        </p:nvGraphicFramePr>
        <p:xfrm>
          <a:off x="88" y="1398325"/>
          <a:ext cx="3000000" cy="3000000"/>
        </p:xfrm>
        <a:graphic>
          <a:graphicData uri="http://schemas.openxmlformats.org/drawingml/2006/table">
            <a:tbl>
              <a:tblPr>
                <a:noFill/>
                <a:tableStyleId>{A82356BC-C53F-4B94-BAA7-A9E886D0B8E8}</a:tableStyleId>
              </a:tblPr>
              <a:tblGrid>
                <a:gridCol w="937975"/>
                <a:gridCol w="1420575"/>
                <a:gridCol w="1331675"/>
                <a:gridCol w="950675"/>
                <a:gridCol w="929600"/>
                <a:gridCol w="2051250"/>
                <a:gridCol w="1522175"/>
              </a:tblGrid>
              <a:tr h="1173425">
                <a:tc>
                  <a:txBody>
                    <a:bodyPr/>
                    <a:lstStyle/>
                    <a:p>
                      <a:pPr indent="0" lvl="0" marL="0" rtl="0" algn="ctr">
                        <a:spcBef>
                          <a:spcPts val="0"/>
                        </a:spcBef>
                        <a:spcAft>
                          <a:spcPts val="0"/>
                        </a:spcAft>
                        <a:buNone/>
                      </a:pPr>
                      <a:r>
                        <a:rPr b="1" lang="ja"/>
                        <a:t>社員ID</a:t>
                      </a:r>
                      <a:endParaRPr b="1"/>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b="1" lang="ja"/>
                        <a:t>エンジニア歴</a:t>
                      </a:r>
                      <a:endParaRPr b="1"/>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b="1" lang="ja"/>
                        <a:t>扱える言語</a:t>
                      </a:r>
                      <a:endParaRPr b="1"/>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b="1" lang="ja"/>
                        <a:t>技術力</a:t>
                      </a:r>
                      <a:endParaRPr b="1"/>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b="1" lang="ja"/>
                        <a:t>受講態度</a:t>
                      </a:r>
                      <a:endParaRPr b="1"/>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b="1" lang="ja"/>
                        <a:t>コミュニケーション力</a:t>
                      </a:r>
                      <a:endParaRPr b="1"/>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b="1" lang="ja"/>
                        <a:t>リーダーシップ</a:t>
                      </a:r>
                      <a:endParaRPr b="1"/>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B6D7A8"/>
                    </a:solidFill>
                  </a:tcPr>
                </a:tc>
              </a:tr>
            </a:tbl>
          </a:graphicData>
        </a:graphic>
      </p:graphicFrame>
      <p:graphicFrame>
        <p:nvGraphicFramePr>
          <p:cNvPr id="145" name="Google Shape;145;p18"/>
          <p:cNvGraphicFramePr/>
          <p:nvPr/>
        </p:nvGraphicFramePr>
        <p:xfrm>
          <a:off x="-25" y="2571750"/>
          <a:ext cx="3000000" cy="3000000"/>
        </p:xfrm>
        <a:graphic>
          <a:graphicData uri="http://schemas.openxmlformats.org/drawingml/2006/table">
            <a:tbl>
              <a:tblPr>
                <a:noFill/>
                <a:tableStyleId>{A82356BC-C53F-4B94-BAA7-A9E886D0B8E8}</a:tableStyleId>
              </a:tblPr>
              <a:tblGrid>
                <a:gridCol w="938100"/>
                <a:gridCol w="1420575"/>
                <a:gridCol w="1331675"/>
                <a:gridCol w="950675"/>
                <a:gridCol w="929600"/>
                <a:gridCol w="2051250"/>
                <a:gridCol w="1522050"/>
              </a:tblGrid>
              <a:tr h="1173425">
                <a:tc>
                  <a:txBody>
                    <a:bodyPr/>
                    <a:lstStyle/>
                    <a:p>
                      <a:pPr indent="0" lvl="0" marL="0" rtl="0" algn="ctr">
                        <a:spcBef>
                          <a:spcPts val="0"/>
                        </a:spcBef>
                        <a:spcAft>
                          <a:spcPts val="0"/>
                        </a:spcAft>
                        <a:buNone/>
                      </a:pPr>
                      <a:r>
                        <a:rPr lang="ja" sz="1500"/>
                        <a:t>【ID入力】</a:t>
                      </a:r>
                      <a:endParaRPr sz="1500"/>
                    </a:p>
                    <a:p>
                      <a:pPr indent="0" lvl="0" marL="0" rtl="0" algn="ctr">
                        <a:spcBef>
                          <a:spcPts val="0"/>
                        </a:spcBef>
                        <a:spcAft>
                          <a:spcPts val="0"/>
                        </a:spcAft>
                        <a:buNone/>
                      </a:pPr>
                      <a:r>
                        <a:rPr lang="ja" sz="1500"/>
                        <a:t>※入力式</a:t>
                      </a:r>
                      <a:endParaRPr sz="15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ja" sz="1500"/>
                        <a:t>【〇〇年～〇〇】</a:t>
                      </a:r>
                      <a:endParaRPr sz="1500"/>
                    </a:p>
                    <a:p>
                      <a:pPr indent="0" lvl="0" marL="0" rtl="0" algn="ctr">
                        <a:spcBef>
                          <a:spcPts val="0"/>
                        </a:spcBef>
                        <a:spcAft>
                          <a:spcPts val="0"/>
                        </a:spcAft>
                        <a:buNone/>
                      </a:pPr>
                      <a:r>
                        <a:rPr lang="ja" sz="1500"/>
                        <a:t>※選択式</a:t>
                      </a:r>
                      <a:endParaRPr sz="15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ja" sz="1500"/>
                        <a:t>【JAVA】</a:t>
                      </a:r>
                      <a:endParaRPr sz="1500"/>
                    </a:p>
                    <a:p>
                      <a:pPr indent="0" lvl="0" marL="0" rtl="0" algn="ctr">
                        <a:spcBef>
                          <a:spcPts val="0"/>
                        </a:spcBef>
                        <a:spcAft>
                          <a:spcPts val="0"/>
                        </a:spcAft>
                        <a:buNone/>
                      </a:pPr>
                      <a:r>
                        <a:rPr lang="ja" sz="1500"/>
                        <a:t>※選択式</a:t>
                      </a:r>
                      <a:endParaRPr sz="15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ja" sz="1500">
                          <a:solidFill>
                            <a:schemeClr val="dk1"/>
                          </a:solidFill>
                        </a:rPr>
                        <a:t>【〇〇年～〇〇】</a:t>
                      </a:r>
                      <a:endParaRPr sz="1500">
                        <a:solidFill>
                          <a:schemeClr val="dk1"/>
                        </a:solidFill>
                      </a:endParaRPr>
                    </a:p>
                    <a:p>
                      <a:pPr indent="0" lvl="0" marL="0" rtl="0" algn="ctr">
                        <a:spcBef>
                          <a:spcPts val="0"/>
                        </a:spcBef>
                        <a:spcAft>
                          <a:spcPts val="0"/>
                        </a:spcAft>
                        <a:buNone/>
                      </a:pPr>
                      <a:r>
                        <a:rPr lang="ja" sz="1500">
                          <a:solidFill>
                            <a:schemeClr val="dk1"/>
                          </a:solidFill>
                        </a:rPr>
                        <a:t>※選択式</a:t>
                      </a:r>
                      <a:endParaRPr sz="15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ja" sz="1500">
                          <a:solidFill>
                            <a:schemeClr val="dk1"/>
                          </a:solidFill>
                        </a:rPr>
                        <a:t>【〇〇年～〇〇】</a:t>
                      </a:r>
                      <a:endParaRPr sz="1500">
                        <a:solidFill>
                          <a:schemeClr val="dk1"/>
                        </a:solidFill>
                      </a:endParaRPr>
                    </a:p>
                    <a:p>
                      <a:pPr indent="0" lvl="0" marL="0" rtl="0" algn="ctr">
                        <a:spcBef>
                          <a:spcPts val="0"/>
                        </a:spcBef>
                        <a:spcAft>
                          <a:spcPts val="0"/>
                        </a:spcAft>
                        <a:buClr>
                          <a:schemeClr val="dk1"/>
                        </a:buClr>
                        <a:buSzPts val="1100"/>
                        <a:buFont typeface="Arial"/>
                        <a:buNone/>
                      </a:pPr>
                      <a:r>
                        <a:rPr lang="ja" sz="1500">
                          <a:solidFill>
                            <a:schemeClr val="dk1"/>
                          </a:solidFill>
                        </a:rPr>
                        <a:t>※選択式</a:t>
                      </a:r>
                      <a:endParaRPr sz="1500">
                        <a:solidFill>
                          <a:schemeClr val="dk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ja" sz="1500">
                          <a:solidFill>
                            <a:schemeClr val="dk1"/>
                          </a:solidFill>
                        </a:rPr>
                        <a:t>【〇〇年～〇〇】</a:t>
                      </a:r>
                      <a:endParaRPr sz="1500">
                        <a:solidFill>
                          <a:schemeClr val="dk1"/>
                        </a:solidFill>
                      </a:endParaRPr>
                    </a:p>
                    <a:p>
                      <a:pPr indent="0" lvl="0" marL="0" rtl="0" algn="ctr">
                        <a:spcBef>
                          <a:spcPts val="0"/>
                        </a:spcBef>
                        <a:spcAft>
                          <a:spcPts val="0"/>
                        </a:spcAft>
                        <a:buClr>
                          <a:schemeClr val="dk1"/>
                        </a:buClr>
                        <a:buSzPts val="1100"/>
                        <a:buFont typeface="Arial"/>
                        <a:buNone/>
                      </a:pPr>
                      <a:r>
                        <a:rPr lang="ja" sz="1500">
                          <a:solidFill>
                            <a:schemeClr val="dk1"/>
                          </a:solidFill>
                        </a:rPr>
                        <a:t>※選択式</a:t>
                      </a:r>
                      <a:endParaRPr sz="1500">
                        <a:solidFill>
                          <a:schemeClr val="dk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ja" sz="1500">
                          <a:solidFill>
                            <a:schemeClr val="dk1"/>
                          </a:solidFill>
                        </a:rPr>
                        <a:t>【〇〇年～〇〇】</a:t>
                      </a:r>
                      <a:endParaRPr sz="1500">
                        <a:solidFill>
                          <a:schemeClr val="dk1"/>
                        </a:solidFill>
                      </a:endParaRPr>
                    </a:p>
                    <a:p>
                      <a:pPr indent="0" lvl="0" marL="0" rtl="0" algn="ctr">
                        <a:spcBef>
                          <a:spcPts val="0"/>
                        </a:spcBef>
                        <a:spcAft>
                          <a:spcPts val="0"/>
                        </a:spcAft>
                        <a:buClr>
                          <a:schemeClr val="dk1"/>
                        </a:buClr>
                        <a:buSzPts val="1100"/>
                        <a:buFont typeface="Arial"/>
                        <a:buNone/>
                      </a:pPr>
                      <a:r>
                        <a:rPr lang="ja" sz="1500">
                          <a:solidFill>
                            <a:schemeClr val="dk1"/>
                          </a:solidFill>
                        </a:rPr>
                        <a:t>※選択式</a:t>
                      </a:r>
                      <a:endParaRPr sz="1500">
                        <a:solidFill>
                          <a:schemeClr val="dk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46" name="Google Shape;146;p18"/>
          <p:cNvSpPr txBox="1"/>
          <p:nvPr>
            <p:ph type="title"/>
          </p:nvPr>
        </p:nvSpPr>
        <p:spPr>
          <a:xfrm>
            <a:off x="6065900" y="3988125"/>
            <a:ext cx="3078000" cy="954000"/>
          </a:xfrm>
          <a:prstGeom prst="rect">
            <a:avLst/>
          </a:prstGeom>
          <a:solidFill>
            <a:schemeClr val="accent1"/>
          </a:solidFill>
        </p:spPr>
        <p:txBody>
          <a:bodyPr anchorCtr="0" anchor="ctr" bIns="91425" lIns="91425" spcFirstLastPara="1" rIns="91425" wrap="square" tIns="91425">
            <a:normAutofit/>
          </a:bodyPr>
          <a:lstStyle/>
          <a:p>
            <a:pPr indent="0" lvl="0" marL="0" rtl="0" algn="ctr">
              <a:spcBef>
                <a:spcPts val="0"/>
              </a:spcBef>
              <a:spcAft>
                <a:spcPts val="0"/>
              </a:spcAft>
              <a:buSzPts val="990"/>
              <a:buNone/>
            </a:pPr>
            <a:r>
              <a:rPr b="1" lang="ja" sz="2220"/>
              <a:t>検索</a:t>
            </a:r>
            <a:r>
              <a:rPr b="1" lang="ja" sz="2220"/>
              <a:t>ボタン</a:t>
            </a:r>
            <a:endParaRPr b="1" sz="2220"/>
          </a:p>
          <a:p>
            <a:pPr indent="0" lvl="0" marL="0" rtl="0" algn="ctr">
              <a:spcBef>
                <a:spcPts val="0"/>
              </a:spcBef>
              <a:spcAft>
                <a:spcPts val="0"/>
              </a:spcAft>
              <a:buSzPts val="990"/>
              <a:buNone/>
            </a:pPr>
            <a:r>
              <a:rPr b="1" lang="ja" sz="2220"/>
              <a:t>※クリック</a:t>
            </a:r>
            <a:endParaRPr b="1" sz="222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